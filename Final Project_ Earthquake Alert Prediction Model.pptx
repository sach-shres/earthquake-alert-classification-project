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38" r:id="rId1"/>
    <p:sldMasterId id="2147483739" r:id="rId2"/>
  </p:sldMasterIdLst>
  <p:notesMasterIdLst>
    <p:notesMasterId r:id="rId1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type="screen16x9"/>
  <p:notesSz cx="6858000" cy="9144000"/>
  <p:embeddedFontLst>
    <p:embeddedFont>
      <p:font typeface="Hanken Grotesk" panose="020B0604020202020204" charset="0"/>
      <p:regular r:id="rId19"/>
      <p:bold r:id="rId20"/>
      <p:italic r:id="rId21"/>
      <p:boldItalic r:id="rId22"/>
    </p:embeddedFont>
    <p:embeddedFont>
      <p:font typeface="Hanken Grotesk Light" panose="020B0604020202020204" charset="0"/>
      <p:regular r:id="rId23"/>
      <p:bold r:id="rId24"/>
      <p:italic r:id="rId25"/>
      <p:boldItalic r:id="rId26"/>
    </p:embeddedFont>
    <p:embeddedFont>
      <p:font typeface="Hanken Grotesk Medium" panose="020B0604020202020204" charset="0"/>
      <p:regular r:id="rId27"/>
      <p:bold r:id="rId28"/>
      <p:italic r:id="rId29"/>
      <p:boldItalic r:id="rId30"/>
    </p:embeddedFont>
    <p:embeddedFont>
      <p:font typeface="Hanken Grotesk SemiBold" panose="020B0604020202020204" charset="0"/>
      <p:regular r:id="rId31"/>
      <p:bold r:id="rId32"/>
      <p:italic r:id="rId33"/>
      <p:boldItalic r:id="rId34"/>
    </p:embeddedFont>
    <p:embeddedFont>
      <p:font typeface="Inter" panose="02000503000000020004" pitchFamily="2" charset="0"/>
      <p:regular r:id="rId35"/>
      <p:bold r:id="rId36"/>
      <p:italic r:id="rId37"/>
      <p:boldItalic r:id="rId38"/>
    </p:embeddedFont>
    <p:embeddedFont>
      <p:font typeface="Neuton" panose="020B0604020202020204" charset="0"/>
      <p:regular r:id="rId39"/>
      <p:bold r:id="rId40"/>
      <p:italic r:id="rId41"/>
    </p:embeddedFont>
    <p:embeddedFont>
      <p:font typeface="Neuton Light" panose="020B0604020202020204" charset="0"/>
      <p:regular r:id="rId42"/>
      <p:bold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575">
          <p15:clr>
            <a:srgbClr val="747775"/>
          </p15:clr>
        </p15:guide>
        <p15:guide id="2"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2" d="100"/>
          <a:sy n="132" d="100"/>
        </p:scale>
        <p:origin x="148" y="80"/>
      </p:cViewPr>
      <p:guideLst>
        <p:guide pos="575"/>
        <p:guide orient="horz" pos="16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notesMaster" Target="notesMasters/notesMaster1.xml"/><Relationship Id="rId26" Type="http://schemas.openxmlformats.org/officeDocument/2006/relationships/font" Target="fonts/font8.fntdata"/><Relationship Id="rId39" Type="http://schemas.openxmlformats.org/officeDocument/2006/relationships/font" Target="fonts/font21.fntdata"/><Relationship Id="rId21" Type="http://schemas.openxmlformats.org/officeDocument/2006/relationships/font" Target="fonts/font3.fntdata"/><Relationship Id="rId34" Type="http://schemas.openxmlformats.org/officeDocument/2006/relationships/font" Target="fonts/font16.fntdata"/><Relationship Id="rId42" Type="http://schemas.openxmlformats.org/officeDocument/2006/relationships/font" Target="fonts/font24.fntdata"/><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11.fntdata"/><Relationship Id="rId11" Type="http://schemas.openxmlformats.org/officeDocument/2006/relationships/slide" Target="slides/slide9.xml"/><Relationship Id="rId24" Type="http://schemas.openxmlformats.org/officeDocument/2006/relationships/font" Target="fonts/font6.fntdata"/><Relationship Id="rId32" Type="http://schemas.openxmlformats.org/officeDocument/2006/relationships/font" Target="fonts/font14.fntdata"/><Relationship Id="rId37" Type="http://schemas.openxmlformats.org/officeDocument/2006/relationships/font" Target="fonts/font19.fntdata"/><Relationship Id="rId40" Type="http://schemas.openxmlformats.org/officeDocument/2006/relationships/font" Target="fonts/font22.fntdata"/><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5.fntdata"/><Relationship Id="rId28" Type="http://schemas.openxmlformats.org/officeDocument/2006/relationships/font" Target="fonts/font10.fntdata"/><Relationship Id="rId36" Type="http://schemas.openxmlformats.org/officeDocument/2006/relationships/font" Target="fonts/font18.fntdata"/><Relationship Id="rId49"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font" Target="fonts/font1.fntdata"/><Relationship Id="rId31" Type="http://schemas.openxmlformats.org/officeDocument/2006/relationships/font" Target="fonts/font13.fntdata"/><Relationship Id="rId44" Type="http://schemas.openxmlformats.org/officeDocument/2006/relationships/font" Target="fonts/font2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35" Type="http://schemas.openxmlformats.org/officeDocument/2006/relationships/font" Target="fonts/font17.fntdata"/><Relationship Id="rId43" Type="http://schemas.openxmlformats.org/officeDocument/2006/relationships/font" Target="fonts/font25.fntdata"/><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7.fntdata"/><Relationship Id="rId33" Type="http://schemas.openxmlformats.org/officeDocument/2006/relationships/font" Target="fonts/font15.fntdata"/><Relationship Id="rId38" Type="http://schemas.openxmlformats.org/officeDocument/2006/relationships/font" Target="fonts/font20.fntdata"/><Relationship Id="rId46" Type="http://schemas.openxmlformats.org/officeDocument/2006/relationships/viewProps" Target="viewProps.xml"/><Relationship Id="rId20" Type="http://schemas.openxmlformats.org/officeDocument/2006/relationships/font" Target="fonts/font2.fntdata"/><Relationship Id="rId41" Type="http://schemas.openxmlformats.org/officeDocument/2006/relationships/font" Target="fonts/font23.fntdata"/><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chhyam shrestha" userId="d1106d3e3c1a932d" providerId="LiveId" clId="{1C0DC7BE-6E4A-4832-A556-6BE6DDB1D2CE}"/>
    <pc:docChg chg="modSld">
      <pc:chgData name="sachhyam shrestha" userId="d1106d3e3c1a932d" providerId="LiveId" clId="{1C0DC7BE-6E4A-4832-A556-6BE6DDB1D2CE}" dt="2025-11-25T20:44:55.270" v="22" actId="20577"/>
      <pc:docMkLst>
        <pc:docMk/>
      </pc:docMkLst>
      <pc:sldChg chg="modSp mod">
        <pc:chgData name="sachhyam shrestha" userId="d1106d3e3c1a932d" providerId="LiveId" clId="{1C0DC7BE-6E4A-4832-A556-6BE6DDB1D2CE}" dt="2025-11-25T20:44:55.270" v="22" actId="20577"/>
        <pc:sldMkLst>
          <pc:docMk/>
          <pc:sldMk cId="0" sldId="258"/>
        </pc:sldMkLst>
        <pc:spChg chg="mod">
          <ac:chgData name="sachhyam shrestha" userId="d1106d3e3c1a932d" providerId="LiveId" clId="{1C0DC7BE-6E4A-4832-A556-6BE6DDB1D2CE}" dt="2025-11-25T20:44:55.270" v="22" actId="20577"/>
          <ac:spMkLst>
            <pc:docMk/>
            <pc:sldMk cId="0" sldId="258"/>
            <ac:spMk id="1021" creationId="{00000000-0000-0000-0000-000000000000}"/>
          </ac:spMkLst>
        </pc:spChg>
      </pc:sldChg>
      <pc:sldChg chg="modSp mod">
        <pc:chgData name="sachhyam shrestha" userId="d1106d3e3c1a932d" providerId="LiveId" clId="{1C0DC7BE-6E4A-4832-A556-6BE6DDB1D2CE}" dt="2025-11-25T02:17:35.301" v="0" actId="115"/>
        <pc:sldMkLst>
          <pc:docMk/>
          <pc:sldMk cId="0" sldId="259"/>
        </pc:sldMkLst>
        <pc:spChg chg="mod">
          <ac:chgData name="sachhyam shrestha" userId="d1106d3e3c1a932d" providerId="LiveId" clId="{1C0DC7BE-6E4A-4832-A556-6BE6DDB1D2CE}" dt="2025-11-25T02:17:35.301" v="0" actId="115"/>
          <ac:spMkLst>
            <pc:docMk/>
            <pc:sldMk cId="0" sldId="259"/>
            <ac:spMk id="1031" creationId="{00000000-0000-0000-0000-000000000000}"/>
          </ac:spMkLst>
        </pc:spChg>
      </pc:sldChg>
      <pc:sldChg chg="modSp mod">
        <pc:chgData name="sachhyam shrestha" userId="d1106d3e3c1a932d" providerId="LiveId" clId="{1C0DC7BE-6E4A-4832-A556-6BE6DDB1D2CE}" dt="2025-11-25T03:01:14.530" v="5" actId="20577"/>
        <pc:sldMkLst>
          <pc:docMk/>
          <pc:sldMk cId="0" sldId="267"/>
        </pc:sldMkLst>
        <pc:spChg chg="mod">
          <ac:chgData name="sachhyam shrestha" userId="d1106d3e3c1a932d" providerId="LiveId" clId="{1C0DC7BE-6E4A-4832-A556-6BE6DDB1D2CE}" dt="2025-11-25T03:01:14.530" v="5" actId="20577"/>
          <ac:spMkLst>
            <pc:docMk/>
            <pc:sldMk cId="0" sldId="267"/>
            <ac:spMk id="115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3a90c0e9552_0_9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3a90c0e9552_0_9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6"/>
        <p:cNvGrpSpPr/>
        <p:nvPr/>
      </p:nvGrpSpPr>
      <p:grpSpPr>
        <a:xfrm>
          <a:off x="0" y="0"/>
          <a:ext cx="0" cy="0"/>
          <a:chOff x="0" y="0"/>
          <a:chExt cx="0" cy="0"/>
        </a:xfrm>
      </p:grpSpPr>
      <p:sp>
        <p:nvSpPr>
          <p:cNvPr id="977" name="Google Shape;977;g3a90c0e9552_0_9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8" name="Google Shape;978;g3a90c0e9552_0_9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0"/>
        <p:cNvGrpSpPr/>
        <p:nvPr/>
      </p:nvGrpSpPr>
      <p:grpSpPr>
        <a:xfrm>
          <a:off x="0" y="0"/>
          <a:ext cx="0" cy="0"/>
          <a:chOff x="0" y="0"/>
          <a:chExt cx="0" cy="0"/>
        </a:xfrm>
      </p:grpSpPr>
      <p:sp>
        <p:nvSpPr>
          <p:cNvPr id="1011" name="Google Shape;1011;g3a90c0e9552_0_10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2" name="Google Shape;1012;g3a90c0e9552_0_10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3a90c0e9552_0_1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4" name="Google Shape;1024;g3a90c0e9552_0_1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3a90c0e9552_0_12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3a90c0e9552_0_12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9"/>
        <p:cNvGrpSpPr/>
        <p:nvPr/>
      </p:nvGrpSpPr>
      <p:grpSpPr>
        <a:xfrm>
          <a:off x="0" y="0"/>
          <a:ext cx="0" cy="0"/>
          <a:chOff x="0" y="0"/>
          <a:chExt cx="0" cy="0"/>
        </a:xfrm>
      </p:grpSpPr>
      <p:sp>
        <p:nvSpPr>
          <p:cNvPr id="1040" name="Google Shape;1040;g3a90c0e9552_0_1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1" name="Google Shape;1041;g3a90c0e9552_0_1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3a90c0e9552_0_14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4" name="Google Shape;1084;g3a90c0e9552_0_14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1"/>
        <p:cNvGrpSpPr/>
        <p:nvPr/>
      </p:nvGrpSpPr>
      <p:grpSpPr>
        <a:xfrm>
          <a:off x="0" y="0"/>
          <a:ext cx="0" cy="0"/>
          <a:chOff x="0" y="0"/>
          <a:chExt cx="0" cy="0"/>
        </a:xfrm>
      </p:grpSpPr>
      <p:sp>
        <p:nvSpPr>
          <p:cNvPr id="1092" name="Google Shape;1092;g3a90c0e9552_0_13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3" name="Google Shape;1093;g3a90c0e9552_0_13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3a90c0e9552_0_177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1" name="Google Shape;1101;g3a90c0e9552_0_1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4"/>
        <p:cNvGrpSpPr/>
        <p:nvPr/>
      </p:nvGrpSpPr>
      <p:grpSpPr>
        <a:xfrm>
          <a:off x="0" y="0"/>
          <a:ext cx="0" cy="0"/>
          <a:chOff x="0" y="0"/>
          <a:chExt cx="0" cy="0"/>
        </a:xfrm>
      </p:grpSpPr>
      <p:sp>
        <p:nvSpPr>
          <p:cNvPr id="1115" name="Google Shape;1115;g3a90c0e9552_0_19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6" name="Google Shape;1116;g3a90c0e9552_0_19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7"/>
        <p:cNvGrpSpPr/>
        <p:nvPr/>
      </p:nvGrpSpPr>
      <p:grpSpPr>
        <a:xfrm>
          <a:off x="0" y="0"/>
          <a:ext cx="0" cy="0"/>
          <a:chOff x="0" y="0"/>
          <a:chExt cx="0" cy="0"/>
        </a:xfrm>
      </p:grpSpPr>
      <p:sp>
        <p:nvSpPr>
          <p:cNvPr id="1128" name="Google Shape;1128;g3a90c0e9552_0_197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9" name="Google Shape;1129;g3a90c0e9552_0_19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3a90c0e9552_0_20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3a90c0e9552_0_20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3a90c0e9552_0_20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1" name="Google Shape;1161;g3a90c0e9552_0_20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2"/>
        <p:cNvGrpSpPr/>
        <p:nvPr/>
      </p:nvGrpSpPr>
      <p:grpSpPr>
        <a:xfrm>
          <a:off x="0" y="0"/>
          <a:ext cx="0" cy="0"/>
          <a:chOff x="0" y="0"/>
          <a:chExt cx="0" cy="0"/>
        </a:xfrm>
      </p:grpSpPr>
      <p:sp>
        <p:nvSpPr>
          <p:cNvPr id="1173" name="Google Shape;1173;g3a90c0e9552_0_20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4" name="Google Shape;1174;g3a90c0e9552_0_20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0"/>
        <p:cNvGrpSpPr/>
        <p:nvPr/>
      </p:nvGrpSpPr>
      <p:grpSpPr>
        <a:xfrm>
          <a:off x="0" y="0"/>
          <a:ext cx="0" cy="0"/>
          <a:chOff x="0" y="0"/>
          <a:chExt cx="0" cy="0"/>
        </a:xfrm>
      </p:grpSpPr>
      <p:sp>
        <p:nvSpPr>
          <p:cNvPr id="1201" name="Google Shape;1201;g3a90c0e9552_0_20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2" name="Google Shape;1202;g3a90c0e9552_0_20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body - Alt 1">
  <p:cSld name="BLANK_1_1">
    <p:spTree>
      <p:nvGrpSpPr>
        <p:cNvPr id="1" name="Shape 13"/>
        <p:cNvGrpSpPr/>
        <p:nvPr/>
      </p:nvGrpSpPr>
      <p:grpSpPr>
        <a:xfrm>
          <a:off x="0" y="0"/>
          <a:ext cx="0" cy="0"/>
          <a:chOff x="0" y="0"/>
          <a:chExt cx="0" cy="0"/>
        </a:xfrm>
      </p:grpSpPr>
      <p:sp>
        <p:nvSpPr>
          <p:cNvPr id="14" name="Google Shape;14;p2"/>
          <p:cNvSpPr txBox="1">
            <a:spLocks noGrp="1"/>
          </p:cNvSpPr>
          <p:nvPr>
            <p:ph type="title"/>
          </p:nvPr>
        </p:nvSpPr>
        <p:spPr>
          <a:xfrm>
            <a:off x="284850" y="474875"/>
            <a:ext cx="4227300" cy="1154700"/>
          </a:xfrm>
          <a:prstGeom prst="rect">
            <a:avLst/>
          </a:prstGeom>
        </p:spPr>
        <p:txBody>
          <a:bodyPr spcFirstLastPara="1" wrap="square" lIns="0" tIns="0" rIns="0" bIns="0"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15" name="Google Shape;15;p2"/>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6" name="Google Shape;16;p2"/>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2"/>
          <p:cNvSpPr txBox="1">
            <a:spLocks noGrp="1"/>
          </p:cNvSpPr>
          <p:nvPr>
            <p:ph type="body" idx="1"/>
          </p:nvPr>
        </p:nvSpPr>
        <p:spPr>
          <a:xfrm>
            <a:off x="4629550" y="3479875"/>
            <a:ext cx="4227300" cy="923400"/>
          </a:xfrm>
          <a:prstGeom prst="rect">
            <a:avLst/>
          </a:prstGeom>
        </p:spPr>
        <p:txBody>
          <a:bodyPr spcFirstLastPara="1" wrap="square" lIns="182875" tIns="91425" rIns="182875" bIns="91425" anchor="t" anchorCtr="0">
            <a:noAutofit/>
          </a:bodyPr>
          <a:lstStyle>
            <a:lvl1pPr marL="457200" lvl="0" indent="-304800">
              <a:lnSpc>
                <a:spcPct val="100000"/>
              </a:lnSpc>
              <a:spcBef>
                <a:spcPts val="0"/>
              </a:spcBef>
              <a:spcAft>
                <a:spcPts val="0"/>
              </a:spcAft>
              <a:buSzPts val="1200"/>
              <a:buChar char="●"/>
              <a:defRPr/>
            </a:lvl1pPr>
            <a:lvl2pPr marL="914400" lvl="1" indent="-304800">
              <a:lnSpc>
                <a:spcPct val="100000"/>
              </a:lnSpc>
              <a:spcBef>
                <a:spcPts val="0"/>
              </a:spcBef>
              <a:spcAft>
                <a:spcPts val="0"/>
              </a:spcAft>
              <a:buSzPts val="1200"/>
              <a:buChar char="○"/>
              <a:defRPr/>
            </a:lvl2pPr>
            <a:lvl3pPr marL="1371600" lvl="2" indent="-304800">
              <a:lnSpc>
                <a:spcPct val="100000"/>
              </a:lnSpc>
              <a:spcBef>
                <a:spcPts val="0"/>
              </a:spcBef>
              <a:spcAft>
                <a:spcPts val="0"/>
              </a:spcAft>
              <a:buSzPts val="1200"/>
              <a:buChar char="■"/>
              <a:defRPr/>
            </a:lvl3pPr>
            <a:lvl4pPr marL="1828800" lvl="3" indent="-304800">
              <a:lnSpc>
                <a:spcPct val="100000"/>
              </a:lnSpc>
              <a:spcBef>
                <a:spcPts val="0"/>
              </a:spcBef>
              <a:spcAft>
                <a:spcPts val="0"/>
              </a:spcAft>
              <a:buSzPts val="1200"/>
              <a:buChar char="●"/>
              <a:defRPr/>
            </a:lvl4pPr>
            <a:lvl5pPr marL="2286000" lvl="4" indent="-304800">
              <a:lnSpc>
                <a:spcPct val="100000"/>
              </a:lnSpc>
              <a:spcBef>
                <a:spcPts val="0"/>
              </a:spcBef>
              <a:spcAft>
                <a:spcPts val="0"/>
              </a:spcAft>
              <a:buSzPts val="1200"/>
              <a:buChar char="○"/>
              <a:defRPr/>
            </a:lvl5pPr>
            <a:lvl6pPr marL="2743200" lvl="5" indent="-304800">
              <a:lnSpc>
                <a:spcPct val="100000"/>
              </a:lnSpc>
              <a:spcBef>
                <a:spcPts val="0"/>
              </a:spcBef>
              <a:spcAft>
                <a:spcPts val="0"/>
              </a:spcAft>
              <a:buSzPts val="1200"/>
              <a:buChar char="■"/>
              <a:defRPr/>
            </a:lvl6pPr>
            <a:lvl7pPr marL="3200400" lvl="6" indent="-304800">
              <a:lnSpc>
                <a:spcPct val="100000"/>
              </a:lnSpc>
              <a:spcBef>
                <a:spcPts val="0"/>
              </a:spcBef>
              <a:spcAft>
                <a:spcPts val="0"/>
              </a:spcAft>
              <a:buSzPts val="1200"/>
              <a:buChar char="●"/>
              <a:defRPr/>
            </a:lvl7pPr>
            <a:lvl8pPr marL="3657600" lvl="7" indent="-304800">
              <a:lnSpc>
                <a:spcPct val="100000"/>
              </a:lnSpc>
              <a:spcBef>
                <a:spcPts val="0"/>
              </a:spcBef>
              <a:spcAft>
                <a:spcPts val="0"/>
              </a:spcAft>
              <a:buSzPts val="1200"/>
              <a:buChar char="○"/>
              <a:defRPr/>
            </a:lvl8pPr>
            <a:lvl9pPr marL="4114800" lvl="8" indent="-304800">
              <a:lnSpc>
                <a:spcPct val="100000"/>
              </a:lnSpc>
              <a:spcBef>
                <a:spcPts val="0"/>
              </a:spcBef>
              <a:spcAft>
                <a:spcPts val="0"/>
              </a:spcAft>
              <a:buSzPts val="12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 Alt 2">
  <p:cSld name="BLANK_1_1_1_1_2">
    <p:bg>
      <p:bgPr>
        <a:solidFill>
          <a:schemeClr val="accent1"/>
        </a:solidFill>
        <a:effectLst/>
      </p:bgPr>
    </p:bg>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21" name="Google Shape;21;p3"/>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3"/>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 Alt 3">
  <p:cSld name="BLANK_1_1_1_1_2_1">
    <p:spTree>
      <p:nvGrpSpPr>
        <p:cNvPr id="1" name="Shape 24"/>
        <p:cNvGrpSpPr/>
        <p:nvPr/>
      </p:nvGrpSpPr>
      <p:grpSpPr>
        <a:xfrm>
          <a:off x="0" y="0"/>
          <a:ext cx="0" cy="0"/>
          <a:chOff x="0" y="0"/>
          <a:chExt cx="0" cy="0"/>
        </a:xfrm>
      </p:grpSpPr>
      <p:sp>
        <p:nvSpPr>
          <p:cNvPr id="25" name="Google Shape;25;p4"/>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26" name="Google Shape;26;p4"/>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marL="0" lvl="0" indent="0" algn="r" rtl="0">
              <a:spcBef>
                <a:spcPts val="0"/>
              </a:spcBef>
              <a:spcAft>
                <a:spcPts val="0"/>
              </a:spcAft>
              <a:buNone/>
            </a:pPr>
            <a:fld id="{00000000-1234-1234-1234-123412341234}" type="slidenum">
              <a:rPr lang="en"/>
              <a:t>‹#›</a:t>
            </a:fld>
            <a:endParaRPr/>
          </a:p>
        </p:txBody>
      </p:sp>
      <p:sp>
        <p:nvSpPr>
          <p:cNvPr id="27" name="Google Shape;27;p4"/>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 Alt 4">
  <p:cSld name="BLANK_1_1_1_1_2_1_1">
    <p:bg>
      <p:bgPr>
        <a:solidFill>
          <a:schemeClr val="lt1"/>
        </a:solid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284850" y="285900"/>
            <a:ext cx="6423900" cy="587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cxnSp>
        <p:nvCxnSpPr>
          <p:cNvPr id="31" name="Google Shape;31;p5"/>
          <p:cNvCxnSpPr/>
          <p:nvPr/>
        </p:nvCxnSpPr>
        <p:spPr>
          <a:xfrm>
            <a:off x="283850" y="4683734"/>
            <a:ext cx="8573100" cy="0"/>
          </a:xfrm>
          <a:prstGeom prst="straightConnector1">
            <a:avLst/>
          </a:prstGeom>
          <a:noFill/>
          <a:ln w="9525" cap="flat" cmpd="sng">
            <a:solidFill>
              <a:schemeClr val="dk1"/>
            </a:solidFill>
            <a:prstDash val="solid"/>
            <a:round/>
            <a:headEnd type="none" w="med" len="med"/>
            <a:tailEnd type="none" w="med" len="med"/>
          </a:ln>
        </p:spPr>
      </p:cxnSp>
      <p:sp>
        <p:nvSpPr>
          <p:cNvPr id="32" name="Google Shape;32;p5"/>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34" name="Google Shape;34;p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 Alt 1">
  <p:cSld name="BLANK_1_1_1_1_1_1_1">
    <p:bg>
      <p:bgPr>
        <a:solidFill>
          <a:schemeClr val="lt1"/>
        </a:solidFill>
        <a:effectLst/>
      </p:bgPr>
    </p:bg>
    <p:spTree>
      <p:nvGrpSpPr>
        <p:cNvPr id="1" name="Shape 35"/>
        <p:cNvGrpSpPr/>
        <p:nvPr/>
      </p:nvGrpSpPr>
      <p:grpSpPr>
        <a:xfrm>
          <a:off x="0" y="0"/>
          <a:ext cx="0" cy="0"/>
          <a:chOff x="0" y="0"/>
          <a:chExt cx="0" cy="0"/>
        </a:xfrm>
      </p:grpSpPr>
      <p:cxnSp>
        <p:nvCxnSpPr>
          <p:cNvPr id="36" name="Google Shape;36;p6"/>
          <p:cNvCxnSpPr/>
          <p:nvPr/>
        </p:nvCxnSpPr>
        <p:spPr>
          <a:xfrm>
            <a:off x="283850" y="4683725"/>
            <a:ext cx="8573100" cy="0"/>
          </a:xfrm>
          <a:prstGeom prst="straightConnector1">
            <a:avLst/>
          </a:prstGeom>
          <a:noFill/>
          <a:ln w="9525" cap="flat" cmpd="sng">
            <a:solidFill>
              <a:schemeClr val="dk1"/>
            </a:solidFill>
            <a:prstDash val="solid"/>
            <a:round/>
            <a:headEnd type="none" w="med" len="med"/>
            <a:tailEnd type="none" w="med" len="med"/>
          </a:ln>
        </p:spPr>
      </p:cxnSp>
      <p:sp>
        <p:nvSpPr>
          <p:cNvPr id="37" name="Google Shape;37;p6"/>
          <p:cNvSpPr txBox="1">
            <a:spLocks noGrp="1"/>
          </p:cNvSpPr>
          <p:nvPr>
            <p:ph type="title"/>
          </p:nvPr>
        </p:nvSpPr>
        <p:spPr>
          <a:xfrm>
            <a:off x="283850" y="230676"/>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38" name="Google Shape;38;p6"/>
          <p:cNvSpPr txBox="1">
            <a:spLocks noGrp="1"/>
          </p:cNvSpPr>
          <p:nvPr>
            <p:ph type="subTitle" idx="1"/>
          </p:nvPr>
        </p:nvSpPr>
        <p:spPr>
          <a:xfrm>
            <a:off x="6214200" y="3602000"/>
            <a:ext cx="23865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39" name="Google Shape;39;p6"/>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6"/>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41" name="Google Shape;41;p6"/>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42" name="Google Shape;42;p6"/>
          <p:cNvSpPr>
            <a:spLocks noGrp="1"/>
          </p:cNvSpPr>
          <p:nvPr>
            <p:ph type="pic" idx="4"/>
          </p:nvPr>
        </p:nvSpPr>
        <p:spPr>
          <a:xfrm>
            <a:off x="4629750" y="3386700"/>
            <a:ext cx="1328400" cy="1290900"/>
          </a:xfrm>
          <a:prstGeom prst="rect">
            <a:avLst/>
          </a:prstGeom>
          <a:no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 Alt 3">
  <p:cSld name="BLANK_3_1">
    <p:bg>
      <p:bgPr>
        <a:solidFill>
          <a:schemeClr val="accent3"/>
        </a:solidFill>
        <a:effectLst/>
      </p:bgPr>
    </p:bg>
    <p:spTree>
      <p:nvGrpSpPr>
        <p:cNvPr id="1" name="Shape 43"/>
        <p:cNvGrpSpPr/>
        <p:nvPr/>
      </p:nvGrpSpPr>
      <p:grpSpPr>
        <a:xfrm>
          <a:off x="0" y="0"/>
          <a:ext cx="0" cy="0"/>
          <a:chOff x="0" y="0"/>
          <a:chExt cx="0" cy="0"/>
        </a:xfrm>
      </p:grpSpPr>
      <p:sp>
        <p:nvSpPr>
          <p:cNvPr id="44" name="Google Shape;44;p7"/>
          <p:cNvSpPr/>
          <p:nvPr/>
        </p:nvSpPr>
        <p:spPr>
          <a:xfrm>
            <a:off x="3186050" y="288625"/>
            <a:ext cx="5670900" cy="29292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Inter"/>
              <a:ea typeface="Inter"/>
              <a:cs typeface="Inter"/>
              <a:sym typeface="Inter"/>
            </a:endParaRPr>
          </a:p>
        </p:txBody>
      </p:sp>
      <p:sp>
        <p:nvSpPr>
          <p:cNvPr id="45" name="Google Shape;45;p7"/>
          <p:cNvSpPr/>
          <p:nvPr/>
        </p:nvSpPr>
        <p:spPr>
          <a:xfrm>
            <a:off x="3499026" y="558338"/>
            <a:ext cx="5044948" cy="2389773"/>
          </a:xfrm>
          <a:custGeom>
            <a:avLst/>
            <a:gdLst/>
            <a:ahLst/>
            <a:cxnLst/>
            <a:rect l="l" t="t" r="r" b="b"/>
            <a:pathLst>
              <a:path w="47712" h="22601" extrusionOk="0">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
        <p:nvSpPr>
          <p:cNvPr id="46" name="Google Shape;46;p7"/>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a:endParaRPr/>
          </a:p>
        </p:txBody>
      </p:sp>
      <p:sp>
        <p:nvSpPr>
          <p:cNvPr id="47" name="Google Shape;47;p7"/>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48" name="Google Shape;48;p7"/>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49" name="Google Shape;49;p7"/>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50" name="Google Shape;50;p7"/>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 Alt 4">
  <p:cSld name="BLANK_3_1_1">
    <p:bg>
      <p:bgPr>
        <a:solidFill>
          <a:schemeClr val="accent1"/>
        </a:solidFill>
        <a:effectLst/>
      </p:bgPr>
    </p:bg>
    <p:spTree>
      <p:nvGrpSpPr>
        <p:cNvPr id="1" name="Shape 51"/>
        <p:cNvGrpSpPr/>
        <p:nvPr/>
      </p:nvGrpSpPr>
      <p:grpSpPr>
        <a:xfrm>
          <a:off x="0" y="0"/>
          <a:ext cx="0" cy="0"/>
          <a:chOff x="0" y="0"/>
          <a:chExt cx="0" cy="0"/>
        </a:xfrm>
      </p:grpSpPr>
      <p:sp>
        <p:nvSpPr>
          <p:cNvPr id="52" name="Google Shape;52;p8"/>
          <p:cNvSpPr txBox="1">
            <a:spLocks noGrp="1"/>
          </p:cNvSpPr>
          <p:nvPr>
            <p:ph type="title"/>
          </p:nvPr>
        </p:nvSpPr>
        <p:spPr>
          <a:xfrm>
            <a:off x="283850" y="474875"/>
            <a:ext cx="2773200" cy="1585200"/>
          </a:xfrm>
          <a:prstGeom prst="rect">
            <a:avLst/>
          </a:prstGeom>
        </p:spPr>
        <p:txBody>
          <a:bodyPr spcFirstLastPara="1" wrap="square" lIns="0" tIns="91425" rIns="0" bIns="0" anchor="t" anchorCtr="0">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53" name="Google Shape;53;p8"/>
          <p:cNvSpPr txBox="1">
            <a:spLocks noGrp="1"/>
          </p:cNvSpPr>
          <p:nvPr>
            <p:ph type="subTitle" idx="1"/>
          </p:nvPr>
        </p:nvSpPr>
        <p:spPr>
          <a:xfrm>
            <a:off x="284850" y="3602000"/>
            <a:ext cx="2773200" cy="804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a:endParaRPr/>
          </a:p>
        </p:txBody>
      </p:sp>
      <p:sp>
        <p:nvSpPr>
          <p:cNvPr id="54" name="Google Shape;54;p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55" name="Google Shape;55;p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8"/>
          <p:cNvSpPr>
            <a:spLocks noGrp="1"/>
          </p:cNvSpPr>
          <p:nvPr>
            <p:ph type="pic" idx="4"/>
          </p:nvPr>
        </p:nvSpPr>
        <p:spPr>
          <a:xfrm>
            <a:off x="3185700" y="291263"/>
            <a:ext cx="5671200" cy="43878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 Alt 2">
  <p:cSld name="BLANK_1_1_1_1_1_1_1_1_1_1_2">
    <p:bg>
      <p:bgPr>
        <a:solidFill>
          <a:schemeClr val="lt1"/>
        </a:solidFill>
        <a:effectLst/>
      </p:bgPr>
    </p:bg>
    <p:spTree>
      <p:nvGrpSpPr>
        <p:cNvPr id="1" name="Shape 58"/>
        <p:cNvGrpSpPr/>
        <p:nvPr/>
      </p:nvGrpSpPr>
      <p:grpSpPr>
        <a:xfrm>
          <a:off x="0" y="0"/>
          <a:ext cx="0" cy="0"/>
          <a:chOff x="0" y="0"/>
          <a:chExt cx="0" cy="0"/>
        </a:xfrm>
      </p:grpSpPr>
      <p:sp>
        <p:nvSpPr>
          <p:cNvPr id="59" name="Google Shape;59;p9"/>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60" name="Google Shape;60;p9"/>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
        <p:nvSpPr>
          <p:cNvPr id="61" name="Google Shape;61;p9"/>
          <p:cNvSpPr txBox="1">
            <a:spLocks noGrp="1"/>
          </p:cNvSpPr>
          <p:nvPr>
            <p:ph type="title" idx="2"/>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Agenda - Alt 5">
  <p:cSld name="BLANK_1_1_1_1_1_1_1_1_1_1_1_2_1">
    <p:bg>
      <p:bgPr>
        <a:solidFill>
          <a:schemeClr val="lt1"/>
        </a:solidFill>
        <a:effectLst/>
      </p:bgPr>
    </p:bg>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283850" y="285900"/>
            <a:ext cx="4227600" cy="309300"/>
          </a:xfrm>
          <a:prstGeom prst="rect">
            <a:avLst/>
          </a:prstGeom>
        </p:spPr>
        <p:txBody>
          <a:bodyPr spcFirstLastPara="1" wrap="square" lIns="0" tIns="0" rIns="0" bIns="0" anchor="t" anchorCtr="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a:endParaRPr/>
          </a:p>
        </p:txBody>
      </p:sp>
      <p:sp>
        <p:nvSpPr>
          <p:cNvPr id="64" name="Google Shape;64;p10"/>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65" name="Google Shape;65;p10"/>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6" name="Google Shape;66;p10"/>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67" name="Google Shape;67;p10"/>
          <p:cNvSpPr txBox="1">
            <a:spLocks noGrp="1"/>
          </p:cNvSpPr>
          <p:nvPr>
            <p:ph type="subTitle" idx="1"/>
          </p:nvPr>
        </p:nvSpPr>
        <p:spPr>
          <a:xfrm>
            <a:off x="1125100" y="23454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68" name="Google Shape;68;p10"/>
          <p:cNvSpPr txBox="1">
            <a:spLocks noGrp="1"/>
          </p:cNvSpPr>
          <p:nvPr>
            <p:ph type="subTitle" idx="4"/>
          </p:nvPr>
        </p:nvSpPr>
        <p:spPr>
          <a:xfrm flipH="1">
            <a:off x="6801950" y="23454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69" name="Google Shape;69;p10"/>
          <p:cNvSpPr txBox="1">
            <a:spLocks noGrp="1"/>
          </p:cNvSpPr>
          <p:nvPr>
            <p:ph type="subTitle" idx="5"/>
          </p:nvPr>
        </p:nvSpPr>
        <p:spPr>
          <a:xfrm>
            <a:off x="1125100" y="1555600"/>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0" name="Google Shape;70;p10"/>
          <p:cNvSpPr txBox="1">
            <a:spLocks noGrp="1"/>
          </p:cNvSpPr>
          <p:nvPr>
            <p:ph type="subTitle" idx="6"/>
          </p:nvPr>
        </p:nvSpPr>
        <p:spPr>
          <a:xfrm flipH="1">
            <a:off x="6801950" y="1555600"/>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71" name="Google Shape;71;p10"/>
          <p:cNvSpPr txBox="1">
            <a:spLocks noGrp="1"/>
          </p:cNvSpPr>
          <p:nvPr>
            <p:ph type="subTitle" idx="7"/>
          </p:nvPr>
        </p:nvSpPr>
        <p:spPr>
          <a:xfrm>
            <a:off x="1125100" y="312316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2" name="Google Shape;72;p10"/>
          <p:cNvSpPr txBox="1">
            <a:spLocks noGrp="1"/>
          </p:cNvSpPr>
          <p:nvPr>
            <p:ph type="subTitle" idx="8"/>
          </p:nvPr>
        </p:nvSpPr>
        <p:spPr>
          <a:xfrm flipH="1">
            <a:off x="6801950" y="312316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73" name="Google Shape;73;p10"/>
          <p:cNvSpPr txBox="1">
            <a:spLocks noGrp="1"/>
          </p:cNvSpPr>
          <p:nvPr>
            <p:ph type="subTitle" idx="9"/>
          </p:nvPr>
        </p:nvSpPr>
        <p:spPr>
          <a:xfrm>
            <a:off x="1125100" y="3902913"/>
            <a:ext cx="5559300" cy="773700"/>
          </a:xfrm>
          <a:prstGeom prst="rect">
            <a:avLst/>
          </a:prstGeom>
        </p:spPr>
        <p:txBody>
          <a:bodyPr spcFirstLastPara="1" wrap="square" lIns="0" tIns="0" rIns="0" bIns="0" anchor="ctr" anchorCtr="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74" name="Google Shape;74;p10"/>
          <p:cNvSpPr txBox="1">
            <a:spLocks noGrp="1"/>
          </p:cNvSpPr>
          <p:nvPr>
            <p:ph type="subTitle" idx="13"/>
          </p:nvPr>
        </p:nvSpPr>
        <p:spPr>
          <a:xfrm flipH="1">
            <a:off x="6801950" y="3902913"/>
            <a:ext cx="2055000" cy="773700"/>
          </a:xfrm>
          <a:prstGeom prst="rect">
            <a:avLst/>
          </a:prstGeom>
        </p:spPr>
        <p:txBody>
          <a:bodyPr spcFirstLastPara="1" wrap="square" lIns="0" tIns="0" rIns="0" bIns="0" anchor="ctr" anchorCtr="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body and image - Alt 3">
  <p:cSld name="CUSTOM_1">
    <p:bg>
      <p:bgPr>
        <a:solidFill>
          <a:schemeClr val="lt1"/>
        </a:solidFill>
        <a:effectLst/>
      </p:bgPr>
    </p:bg>
    <p:spTree>
      <p:nvGrpSpPr>
        <p:cNvPr id="1" name="Shape 75"/>
        <p:cNvGrpSpPr/>
        <p:nvPr/>
      </p:nvGrpSpPr>
      <p:grpSpPr>
        <a:xfrm>
          <a:off x="0" y="0"/>
          <a:ext cx="0" cy="0"/>
          <a:chOff x="0" y="0"/>
          <a:chExt cx="0" cy="0"/>
        </a:xfrm>
      </p:grpSpPr>
      <p:sp>
        <p:nvSpPr>
          <p:cNvPr id="76" name="Google Shape;76;p11"/>
          <p:cNvSpPr>
            <a:spLocks noGrp="1"/>
          </p:cNvSpPr>
          <p:nvPr>
            <p:ph type="pic" idx="2"/>
          </p:nvPr>
        </p:nvSpPr>
        <p:spPr>
          <a:xfrm>
            <a:off x="283850" y="2178075"/>
            <a:ext cx="4227600" cy="2505600"/>
          </a:xfrm>
          <a:prstGeom prst="rect">
            <a:avLst/>
          </a:prstGeom>
          <a:noFill/>
          <a:ln>
            <a:noFill/>
          </a:ln>
        </p:spPr>
      </p:sp>
      <p:sp>
        <p:nvSpPr>
          <p:cNvPr id="77" name="Google Shape;77;p11"/>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78" name="Google Shape;78;p11"/>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79" name="Google Shape;79;p11"/>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0" name="Google Shape;80;p11"/>
          <p:cNvSpPr txBox="1">
            <a:spLocks noGrp="1"/>
          </p:cNvSpPr>
          <p:nvPr>
            <p:ph type="title" idx="4"/>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81" name="Google Shape;81;p11"/>
          <p:cNvSpPr txBox="1">
            <a:spLocks noGrp="1"/>
          </p:cNvSpPr>
          <p:nvPr>
            <p:ph type="body" idx="1"/>
          </p:nvPr>
        </p:nvSpPr>
        <p:spPr>
          <a:xfrm>
            <a:off x="4629300" y="2636275"/>
            <a:ext cx="42276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82" name="Google Shape;82;p11"/>
          <p:cNvSpPr/>
          <p:nvPr/>
        </p:nvSpPr>
        <p:spPr>
          <a:xfrm rot="10800000">
            <a:off x="8020323" y="286810"/>
            <a:ext cx="836528" cy="83636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Inter"/>
              <a:ea typeface="Inter"/>
              <a:cs typeface="Inter"/>
              <a:sym typeface="Inte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body and image - Alt 4">
  <p:cSld name="BLANK_1_1_1_1_1_1_1_1_1_1_1_1_3">
    <p:bg>
      <p:bgPr>
        <a:solidFill>
          <a:schemeClr val="lt1"/>
        </a:solidFill>
        <a:effectLst/>
      </p:bgPr>
    </p:bg>
    <p:spTree>
      <p:nvGrpSpPr>
        <p:cNvPr id="1" name="Shape 83"/>
        <p:cNvGrpSpPr/>
        <p:nvPr/>
      </p:nvGrpSpPr>
      <p:grpSpPr>
        <a:xfrm>
          <a:off x="0" y="0"/>
          <a:ext cx="0" cy="0"/>
          <a:chOff x="0" y="0"/>
          <a:chExt cx="0" cy="0"/>
        </a:xfrm>
      </p:grpSpPr>
      <p:sp>
        <p:nvSpPr>
          <p:cNvPr id="84" name="Google Shape;84;p12"/>
          <p:cNvSpPr>
            <a:spLocks noGrp="1"/>
          </p:cNvSpPr>
          <p:nvPr>
            <p:ph type="pic" idx="2"/>
          </p:nvPr>
        </p:nvSpPr>
        <p:spPr>
          <a:xfrm>
            <a:off x="4629750" y="0"/>
            <a:ext cx="4227000" cy="4683600"/>
          </a:xfrm>
          <a:prstGeom prst="roundRect">
            <a:avLst>
              <a:gd name="adj" fmla="val 0"/>
            </a:avLst>
          </a:prstGeom>
          <a:noFill/>
          <a:ln>
            <a:noFill/>
          </a:ln>
        </p:spPr>
      </p:sp>
      <p:sp>
        <p:nvSpPr>
          <p:cNvPr id="85" name="Google Shape;85;p12"/>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86" name="Google Shape;86;p12"/>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87" name="Google Shape;87;p12"/>
          <p:cNvSpPr txBox="1">
            <a:spLocks noGrp="1"/>
          </p:cNvSpPr>
          <p:nvPr>
            <p:ph type="body" idx="1"/>
          </p:nvPr>
        </p:nvSpPr>
        <p:spPr>
          <a:xfrm>
            <a:off x="763175" y="2599225"/>
            <a:ext cx="37488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88" name="Google Shape;88;p12"/>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89" name="Google Shape;89;p12"/>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body and image - Alt 5">
  <p:cSld name="BLANK_1_1_1_1_1_1_1_1_1_1_1_1_3_1_1">
    <p:bg>
      <p:bgPr>
        <a:solidFill>
          <a:schemeClr val="lt1"/>
        </a:solidFill>
        <a:effectLst/>
      </p:bgPr>
    </p:bg>
    <p:spTree>
      <p:nvGrpSpPr>
        <p:cNvPr id="1" name="Shape 90"/>
        <p:cNvGrpSpPr/>
        <p:nvPr/>
      </p:nvGrpSpPr>
      <p:grpSpPr>
        <a:xfrm>
          <a:off x="0" y="0"/>
          <a:ext cx="0" cy="0"/>
          <a:chOff x="0" y="0"/>
          <a:chExt cx="0" cy="0"/>
        </a:xfrm>
      </p:grpSpPr>
      <p:sp>
        <p:nvSpPr>
          <p:cNvPr id="91" name="Google Shape;91;p13"/>
          <p:cNvSpPr>
            <a:spLocks noGrp="1"/>
          </p:cNvSpPr>
          <p:nvPr>
            <p:ph type="pic" idx="2"/>
          </p:nvPr>
        </p:nvSpPr>
        <p:spPr>
          <a:xfrm>
            <a:off x="270275" y="3132475"/>
            <a:ext cx="2770500" cy="1551000"/>
          </a:xfrm>
          <a:prstGeom prst="roundRect">
            <a:avLst>
              <a:gd name="adj" fmla="val 0"/>
            </a:avLst>
          </a:prstGeom>
          <a:noFill/>
          <a:ln>
            <a:noFill/>
          </a:ln>
        </p:spPr>
      </p:sp>
      <p:sp>
        <p:nvSpPr>
          <p:cNvPr id="92" name="Google Shape;92;p13"/>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93" name="Google Shape;93;p13"/>
          <p:cNvSpPr txBox="1">
            <a:spLocks noGrp="1"/>
          </p:cNvSpPr>
          <p:nvPr>
            <p:ph type="title"/>
          </p:nvPr>
        </p:nvSpPr>
        <p:spPr>
          <a:xfrm>
            <a:off x="283850" y="285900"/>
            <a:ext cx="6400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94" name="Google Shape;94;p13"/>
          <p:cNvSpPr txBox="1">
            <a:spLocks noGrp="1"/>
          </p:cNvSpPr>
          <p:nvPr>
            <p:ph type="body" idx="1"/>
          </p:nvPr>
        </p:nvSpPr>
        <p:spPr>
          <a:xfrm>
            <a:off x="6086325" y="2599225"/>
            <a:ext cx="2770500" cy="20844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95" name="Google Shape;95;p13"/>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96" name="Google Shape;96;p13"/>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97" name="Google Shape;97;p13"/>
          <p:cNvSpPr txBox="1">
            <a:spLocks noGrp="1"/>
          </p:cNvSpPr>
          <p:nvPr>
            <p:ph type="body" idx="5"/>
          </p:nvPr>
        </p:nvSpPr>
        <p:spPr>
          <a:xfrm>
            <a:off x="3185700" y="2599225"/>
            <a:ext cx="2770500" cy="2084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body and image - Alt 7">
  <p:cSld name="BLANK_1_1_1_1_1_1_1_1_1_1_1_1_2_1">
    <p:bg>
      <p:bgPr>
        <a:solidFill>
          <a:schemeClr val="lt1"/>
        </a:solidFill>
        <a:effectLst/>
      </p:bgPr>
    </p:bg>
    <p:spTree>
      <p:nvGrpSpPr>
        <p:cNvPr id="1" name="Shape 98"/>
        <p:cNvGrpSpPr/>
        <p:nvPr/>
      </p:nvGrpSpPr>
      <p:grpSpPr>
        <a:xfrm>
          <a:off x="0" y="0"/>
          <a:ext cx="0" cy="0"/>
          <a:chOff x="0" y="0"/>
          <a:chExt cx="0" cy="0"/>
        </a:xfrm>
      </p:grpSpPr>
      <p:sp>
        <p:nvSpPr>
          <p:cNvPr id="99" name="Google Shape;99;p14"/>
          <p:cNvSpPr txBox="1">
            <a:spLocks noGrp="1"/>
          </p:cNvSpPr>
          <p:nvPr>
            <p:ph type="title"/>
          </p:nvPr>
        </p:nvSpPr>
        <p:spPr>
          <a:xfrm>
            <a:off x="4782150" y="285900"/>
            <a:ext cx="40749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00" name="Google Shape;100;p14"/>
          <p:cNvSpPr txBox="1">
            <a:spLocks noGrp="1"/>
          </p:cNvSpPr>
          <p:nvPr>
            <p:ph type="body" idx="1"/>
          </p:nvPr>
        </p:nvSpPr>
        <p:spPr>
          <a:xfrm>
            <a:off x="6086325" y="2636275"/>
            <a:ext cx="2770800" cy="20472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Clr>
                <a:schemeClr val="dk1"/>
              </a:buClr>
              <a:buSzPts val="1000"/>
              <a:buChar char="●"/>
              <a:defRPr sz="1000">
                <a:solidFill>
                  <a:schemeClr val="dk1"/>
                </a:solidFill>
              </a:defRPr>
            </a:lvl1pPr>
            <a:lvl2pPr marL="914400" lvl="1" indent="-292100">
              <a:lnSpc>
                <a:spcPct val="100000"/>
              </a:lnSpc>
              <a:spcBef>
                <a:spcPts val="0"/>
              </a:spcBef>
              <a:spcAft>
                <a:spcPts val="0"/>
              </a:spcAft>
              <a:buClr>
                <a:schemeClr val="dk1"/>
              </a:buClr>
              <a:buSzPts val="1000"/>
              <a:buChar char="○"/>
              <a:defRPr sz="1000">
                <a:solidFill>
                  <a:schemeClr val="dk1"/>
                </a:solidFill>
              </a:defRPr>
            </a:lvl2pPr>
            <a:lvl3pPr marL="1371600" lvl="2" indent="-292100">
              <a:lnSpc>
                <a:spcPct val="100000"/>
              </a:lnSpc>
              <a:spcBef>
                <a:spcPts val="0"/>
              </a:spcBef>
              <a:spcAft>
                <a:spcPts val="0"/>
              </a:spcAft>
              <a:buClr>
                <a:schemeClr val="dk1"/>
              </a:buClr>
              <a:buSzPts val="1000"/>
              <a:buChar char="■"/>
              <a:defRPr sz="1000">
                <a:solidFill>
                  <a:schemeClr val="dk1"/>
                </a:solidFill>
              </a:defRPr>
            </a:lvl3pPr>
            <a:lvl4pPr marL="1828800" lvl="3" indent="-292100">
              <a:lnSpc>
                <a:spcPct val="100000"/>
              </a:lnSpc>
              <a:spcBef>
                <a:spcPts val="0"/>
              </a:spcBef>
              <a:spcAft>
                <a:spcPts val="0"/>
              </a:spcAft>
              <a:buClr>
                <a:schemeClr val="dk1"/>
              </a:buClr>
              <a:buSzPts val="1000"/>
              <a:buChar char="●"/>
              <a:defRPr sz="1000">
                <a:solidFill>
                  <a:schemeClr val="dk1"/>
                </a:solidFill>
              </a:defRPr>
            </a:lvl4pPr>
            <a:lvl5pPr marL="2286000" lvl="4" indent="-292100">
              <a:lnSpc>
                <a:spcPct val="100000"/>
              </a:lnSpc>
              <a:spcBef>
                <a:spcPts val="0"/>
              </a:spcBef>
              <a:spcAft>
                <a:spcPts val="0"/>
              </a:spcAft>
              <a:buClr>
                <a:schemeClr val="dk1"/>
              </a:buClr>
              <a:buSzPts val="1000"/>
              <a:buChar char="○"/>
              <a:defRPr sz="1000">
                <a:solidFill>
                  <a:schemeClr val="dk1"/>
                </a:solidFill>
              </a:defRPr>
            </a:lvl5pPr>
            <a:lvl6pPr marL="2743200" lvl="5" indent="-292100">
              <a:lnSpc>
                <a:spcPct val="100000"/>
              </a:lnSpc>
              <a:spcBef>
                <a:spcPts val="0"/>
              </a:spcBef>
              <a:spcAft>
                <a:spcPts val="0"/>
              </a:spcAft>
              <a:buClr>
                <a:schemeClr val="dk1"/>
              </a:buClr>
              <a:buSzPts val="1000"/>
              <a:buChar char="■"/>
              <a:defRPr sz="1000">
                <a:solidFill>
                  <a:schemeClr val="dk1"/>
                </a:solidFill>
              </a:defRPr>
            </a:lvl6pPr>
            <a:lvl7pPr marL="3200400" lvl="6" indent="-292100">
              <a:lnSpc>
                <a:spcPct val="100000"/>
              </a:lnSpc>
              <a:spcBef>
                <a:spcPts val="0"/>
              </a:spcBef>
              <a:spcAft>
                <a:spcPts val="0"/>
              </a:spcAft>
              <a:buClr>
                <a:schemeClr val="dk1"/>
              </a:buClr>
              <a:buSzPts val="1000"/>
              <a:buChar char="●"/>
              <a:defRPr sz="1000">
                <a:solidFill>
                  <a:schemeClr val="dk1"/>
                </a:solidFill>
              </a:defRPr>
            </a:lvl7pPr>
            <a:lvl8pPr marL="3657600" lvl="7" indent="-292100">
              <a:lnSpc>
                <a:spcPct val="100000"/>
              </a:lnSpc>
              <a:spcBef>
                <a:spcPts val="0"/>
              </a:spcBef>
              <a:spcAft>
                <a:spcPts val="0"/>
              </a:spcAft>
              <a:buClr>
                <a:schemeClr val="dk1"/>
              </a:buClr>
              <a:buSzPts val="1000"/>
              <a:buChar char="○"/>
              <a:defRPr sz="1000">
                <a:solidFill>
                  <a:schemeClr val="dk1"/>
                </a:solidFill>
              </a:defRPr>
            </a:lvl8pPr>
            <a:lvl9pPr marL="4114800" lvl="8" indent="-292100">
              <a:lnSpc>
                <a:spcPct val="100000"/>
              </a:lnSpc>
              <a:spcBef>
                <a:spcPts val="0"/>
              </a:spcBef>
              <a:spcAft>
                <a:spcPts val="0"/>
              </a:spcAft>
              <a:buClr>
                <a:schemeClr val="dk1"/>
              </a:buClr>
              <a:buSzPts val="1000"/>
              <a:buChar char="■"/>
              <a:defRPr sz="1000">
                <a:solidFill>
                  <a:schemeClr val="dk1"/>
                </a:solidFill>
              </a:defRPr>
            </a:lvl9pPr>
          </a:lstStyle>
          <a:p>
            <a:endParaRPr/>
          </a:p>
        </p:txBody>
      </p:sp>
      <p:sp>
        <p:nvSpPr>
          <p:cNvPr id="101" name="Google Shape;101;p14"/>
          <p:cNvSpPr txBox="1">
            <a:spLocks noGrp="1"/>
          </p:cNvSpPr>
          <p:nvPr>
            <p:ph type="body" idx="2"/>
          </p:nvPr>
        </p:nvSpPr>
        <p:spPr>
          <a:xfrm>
            <a:off x="4782375" y="2636275"/>
            <a:ext cx="1175700" cy="204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02" name="Google Shape;102;p14"/>
          <p:cNvSpPr>
            <a:spLocks noGrp="1"/>
          </p:cNvSpPr>
          <p:nvPr>
            <p:ph type="pic" idx="3"/>
          </p:nvPr>
        </p:nvSpPr>
        <p:spPr>
          <a:xfrm>
            <a:off x="283850" y="0"/>
            <a:ext cx="4227000" cy="4683600"/>
          </a:xfrm>
          <a:prstGeom prst="roundRect">
            <a:avLst>
              <a:gd name="adj" fmla="val 0"/>
            </a:avLst>
          </a:prstGeom>
          <a:noFill/>
          <a:ln>
            <a:noFill/>
          </a:ln>
        </p:spPr>
      </p:sp>
      <p:sp>
        <p:nvSpPr>
          <p:cNvPr id="103" name="Google Shape;103;p14"/>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04" name="Google Shape;104;p14"/>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05" name="Google Shape;105;p14"/>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3_1_2">
    <p:bg>
      <p:bgPr>
        <a:solidFill>
          <a:schemeClr val="lt1"/>
        </a:solidFill>
        <a:effectLst/>
      </p:bgPr>
    </p:bg>
    <p:spTree>
      <p:nvGrpSpPr>
        <p:cNvPr id="1" name="Shape 106"/>
        <p:cNvGrpSpPr/>
        <p:nvPr/>
      </p:nvGrpSpPr>
      <p:grpSpPr>
        <a:xfrm>
          <a:off x="0" y="0"/>
          <a:ext cx="0" cy="0"/>
          <a:chOff x="0" y="0"/>
          <a:chExt cx="0" cy="0"/>
        </a:xfrm>
      </p:grpSpPr>
      <p:sp>
        <p:nvSpPr>
          <p:cNvPr id="107" name="Google Shape;107;p15"/>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08" name="Google Shape;108;p15"/>
          <p:cNvSpPr txBox="1">
            <a:spLocks noGrp="1"/>
          </p:cNvSpPr>
          <p:nvPr>
            <p:ph type="title"/>
          </p:nvPr>
        </p:nvSpPr>
        <p:spPr>
          <a:xfrm>
            <a:off x="283850" y="285900"/>
            <a:ext cx="4227300" cy="7515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09" name="Google Shape;109;p1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0" name="Google Shape;110;p1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11" name="Google Shape;111;p15"/>
          <p:cNvSpPr txBox="1">
            <a:spLocks noGrp="1"/>
          </p:cNvSpPr>
          <p:nvPr>
            <p:ph type="body" idx="1"/>
          </p:nvPr>
        </p:nvSpPr>
        <p:spPr>
          <a:xfrm>
            <a:off x="4632000" y="285900"/>
            <a:ext cx="4227300" cy="11547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12" name="Google Shape;112;p15"/>
          <p:cNvSpPr txBox="1">
            <a:spLocks noGrp="1"/>
          </p:cNvSpPr>
          <p:nvPr>
            <p:ph type="subTitle" idx="4"/>
          </p:nvPr>
        </p:nvSpPr>
        <p:spPr>
          <a:xfrm>
            <a:off x="28862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3" name="Google Shape;113;p15"/>
          <p:cNvSpPr txBox="1">
            <a:spLocks noGrp="1"/>
          </p:cNvSpPr>
          <p:nvPr>
            <p:ph type="body" idx="5"/>
          </p:nvPr>
        </p:nvSpPr>
        <p:spPr>
          <a:xfrm>
            <a:off x="288625" y="2891825"/>
            <a:ext cx="2050800" cy="1507200"/>
          </a:xfrm>
          <a:prstGeom prst="rect">
            <a:avLst/>
          </a:prstGeom>
        </p:spPr>
        <p:txBody>
          <a:bodyPr spcFirstLastPara="1" wrap="square" lIns="0" tIns="0" rIns="0" bIns="0" anchor="t" anchorCtr="0">
            <a:spAutoFit/>
          </a:bodyPr>
          <a:lstStyle>
            <a:lvl1pPr marL="457200" lvl="0" indent="-292100">
              <a:spcBef>
                <a:spcPts val="0"/>
              </a:spcBef>
              <a:spcAft>
                <a:spcPts val="0"/>
              </a:spcAft>
              <a:buClr>
                <a:schemeClr val="dk1"/>
              </a:buClr>
              <a:buSzPts val="1000"/>
              <a:buChar char="●"/>
              <a:defRPr sz="1000">
                <a:solidFill>
                  <a:schemeClr val="dk1"/>
                </a:solidFill>
              </a:defRPr>
            </a:lvl1pPr>
            <a:lvl2pPr marL="914400" lvl="1" indent="-292100">
              <a:spcBef>
                <a:spcPts val="0"/>
              </a:spcBef>
              <a:spcAft>
                <a:spcPts val="0"/>
              </a:spcAft>
              <a:buClr>
                <a:schemeClr val="dk1"/>
              </a:buClr>
              <a:buSzPts val="1000"/>
              <a:buChar char="○"/>
              <a:defRPr sz="1000">
                <a:solidFill>
                  <a:schemeClr val="dk1"/>
                </a:solidFill>
              </a:defRPr>
            </a:lvl2pPr>
            <a:lvl3pPr marL="1371600" lvl="2" indent="-292100">
              <a:spcBef>
                <a:spcPts val="0"/>
              </a:spcBef>
              <a:spcAft>
                <a:spcPts val="0"/>
              </a:spcAft>
              <a:buClr>
                <a:schemeClr val="dk1"/>
              </a:buClr>
              <a:buSzPts val="1000"/>
              <a:buChar char="■"/>
              <a:defRPr sz="1000">
                <a:solidFill>
                  <a:schemeClr val="dk1"/>
                </a:solidFill>
              </a:defRPr>
            </a:lvl3pPr>
            <a:lvl4pPr marL="1828800" lvl="3" indent="-292100">
              <a:spcBef>
                <a:spcPts val="0"/>
              </a:spcBef>
              <a:spcAft>
                <a:spcPts val="0"/>
              </a:spcAft>
              <a:buClr>
                <a:schemeClr val="dk1"/>
              </a:buClr>
              <a:buSzPts val="1000"/>
              <a:buChar char="●"/>
              <a:defRPr sz="1000">
                <a:solidFill>
                  <a:schemeClr val="dk1"/>
                </a:solidFill>
              </a:defRPr>
            </a:lvl4pPr>
            <a:lvl5pPr marL="2286000" lvl="4" indent="-292100">
              <a:spcBef>
                <a:spcPts val="0"/>
              </a:spcBef>
              <a:spcAft>
                <a:spcPts val="0"/>
              </a:spcAft>
              <a:buClr>
                <a:schemeClr val="dk1"/>
              </a:buClr>
              <a:buSzPts val="1000"/>
              <a:buChar char="○"/>
              <a:defRPr sz="1000">
                <a:solidFill>
                  <a:schemeClr val="dk1"/>
                </a:solidFill>
              </a:defRPr>
            </a:lvl5pPr>
            <a:lvl6pPr marL="2743200" lvl="5" indent="-292100">
              <a:spcBef>
                <a:spcPts val="0"/>
              </a:spcBef>
              <a:spcAft>
                <a:spcPts val="0"/>
              </a:spcAft>
              <a:buClr>
                <a:schemeClr val="dk1"/>
              </a:buClr>
              <a:buSzPts val="1000"/>
              <a:buChar char="■"/>
              <a:defRPr sz="1000">
                <a:solidFill>
                  <a:schemeClr val="dk1"/>
                </a:solidFill>
              </a:defRPr>
            </a:lvl6pPr>
            <a:lvl7pPr marL="3200400" lvl="6" indent="-292100">
              <a:spcBef>
                <a:spcPts val="0"/>
              </a:spcBef>
              <a:spcAft>
                <a:spcPts val="0"/>
              </a:spcAft>
              <a:buClr>
                <a:schemeClr val="dk1"/>
              </a:buClr>
              <a:buSzPts val="1000"/>
              <a:buChar char="●"/>
              <a:defRPr sz="1000">
                <a:solidFill>
                  <a:schemeClr val="dk1"/>
                </a:solidFill>
              </a:defRPr>
            </a:lvl7pPr>
            <a:lvl8pPr marL="3657600" lvl="7" indent="-292100">
              <a:spcBef>
                <a:spcPts val="0"/>
              </a:spcBef>
              <a:spcAft>
                <a:spcPts val="0"/>
              </a:spcAft>
              <a:buClr>
                <a:schemeClr val="dk1"/>
              </a:buClr>
              <a:buSzPts val="1000"/>
              <a:buChar char="○"/>
              <a:defRPr sz="1000">
                <a:solidFill>
                  <a:schemeClr val="dk1"/>
                </a:solidFill>
              </a:defRPr>
            </a:lvl8pPr>
            <a:lvl9pPr marL="4114800" lvl="8" indent="-292100">
              <a:spcBef>
                <a:spcPts val="0"/>
              </a:spcBef>
              <a:spcAft>
                <a:spcPts val="0"/>
              </a:spcAft>
              <a:buClr>
                <a:schemeClr val="dk1"/>
              </a:buClr>
              <a:buSzPts val="1000"/>
              <a:buChar char="■"/>
              <a:defRPr sz="1000">
                <a:solidFill>
                  <a:schemeClr val="dk1"/>
                </a:solidFill>
              </a:defRPr>
            </a:lvl9pPr>
          </a:lstStyle>
          <a:p>
            <a:endParaRPr/>
          </a:p>
        </p:txBody>
      </p:sp>
      <p:sp>
        <p:nvSpPr>
          <p:cNvPr id="114" name="Google Shape;114;p15"/>
          <p:cNvSpPr txBox="1">
            <a:spLocks noGrp="1"/>
          </p:cNvSpPr>
          <p:nvPr>
            <p:ph type="subTitle" idx="6"/>
          </p:nvPr>
        </p:nvSpPr>
        <p:spPr>
          <a:xfrm>
            <a:off x="245670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5" name="Google Shape;115;p15"/>
          <p:cNvSpPr txBox="1">
            <a:spLocks noGrp="1"/>
          </p:cNvSpPr>
          <p:nvPr>
            <p:ph type="body" idx="7"/>
          </p:nvPr>
        </p:nvSpPr>
        <p:spPr>
          <a:xfrm>
            <a:off x="245670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16" name="Google Shape;116;p15"/>
          <p:cNvSpPr txBox="1">
            <a:spLocks noGrp="1"/>
          </p:cNvSpPr>
          <p:nvPr>
            <p:ph type="subTitle" idx="8"/>
          </p:nvPr>
        </p:nvSpPr>
        <p:spPr>
          <a:xfrm>
            <a:off x="4629375"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7" name="Google Shape;117;p15"/>
          <p:cNvSpPr txBox="1">
            <a:spLocks noGrp="1"/>
          </p:cNvSpPr>
          <p:nvPr>
            <p:ph type="body" idx="9"/>
          </p:nvPr>
        </p:nvSpPr>
        <p:spPr>
          <a:xfrm>
            <a:off x="4629375"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18" name="Google Shape;118;p15"/>
          <p:cNvSpPr txBox="1">
            <a:spLocks noGrp="1"/>
          </p:cNvSpPr>
          <p:nvPr>
            <p:ph type="subTitle" idx="13"/>
          </p:nvPr>
        </p:nvSpPr>
        <p:spPr>
          <a:xfrm>
            <a:off x="6802050" y="1922875"/>
            <a:ext cx="2050800" cy="537600"/>
          </a:xfrm>
          <a:prstGeom prst="rect">
            <a:avLst/>
          </a:prstGeom>
        </p:spPr>
        <p:txBody>
          <a:bodyPr spcFirstLastPara="1" wrap="square" lIns="0" tIns="0" rIns="0" bIns="0" anchor="b" anchorCtr="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a:endParaRPr/>
          </a:p>
        </p:txBody>
      </p:sp>
      <p:sp>
        <p:nvSpPr>
          <p:cNvPr id="119" name="Google Shape;119;p15"/>
          <p:cNvSpPr txBox="1">
            <a:spLocks noGrp="1"/>
          </p:cNvSpPr>
          <p:nvPr>
            <p:ph type="body" idx="14"/>
          </p:nvPr>
        </p:nvSpPr>
        <p:spPr>
          <a:xfrm>
            <a:off x="6802050" y="2891825"/>
            <a:ext cx="2050800" cy="15072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big ideas - Alt 5">
  <p:cSld name="BLANK_1_1_1_1_1_1_1_1_1_1_1_1_1_2_1_2_1">
    <p:bg>
      <p:bgPr>
        <a:solidFill>
          <a:schemeClr val="lt1"/>
        </a:solidFill>
        <a:effectLst/>
      </p:bgPr>
    </p:bg>
    <p:spTree>
      <p:nvGrpSpPr>
        <p:cNvPr id="1" name="Shape 120"/>
        <p:cNvGrpSpPr/>
        <p:nvPr/>
      </p:nvGrpSpPr>
      <p:grpSpPr>
        <a:xfrm>
          <a:off x="0" y="0"/>
          <a:ext cx="0" cy="0"/>
          <a:chOff x="0" y="0"/>
          <a:chExt cx="0" cy="0"/>
        </a:xfrm>
      </p:grpSpPr>
      <p:sp>
        <p:nvSpPr>
          <p:cNvPr id="121" name="Google Shape;121;p16"/>
          <p:cNvSpPr txBox="1">
            <a:spLocks noGrp="1"/>
          </p:cNvSpPr>
          <p:nvPr>
            <p:ph type="subTitle" idx="1"/>
          </p:nvPr>
        </p:nvSpPr>
        <p:spPr>
          <a:xfrm>
            <a:off x="288625" y="2636275"/>
            <a:ext cx="1005000" cy="972000"/>
          </a:xfrm>
          <a:prstGeom prst="rect">
            <a:avLst/>
          </a:prstGeom>
        </p:spPr>
        <p:txBody>
          <a:bodyPr spcFirstLastPara="1" wrap="square" lIns="0" tIns="0" rIns="0" bIns="0" anchor="t"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2" name="Google Shape;122;p16"/>
          <p:cNvSpPr txBox="1">
            <a:spLocks noGrp="1"/>
          </p:cNvSpPr>
          <p:nvPr>
            <p:ph type="subTitle" idx="2"/>
          </p:nvPr>
        </p:nvSpPr>
        <p:spPr>
          <a:xfrm>
            <a:off x="288625"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3" name="Google Shape;123;p16"/>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24" name="Google Shape;124;p16"/>
          <p:cNvSpPr txBox="1">
            <a:spLocks noGrp="1"/>
          </p:cNvSpPr>
          <p:nvPr>
            <p:ph type="body" idx="4"/>
          </p:nvPr>
        </p:nvSpPr>
        <p:spPr>
          <a:xfrm>
            <a:off x="6091950" y="2635425"/>
            <a:ext cx="2764800" cy="972000"/>
          </a:xfrm>
          <a:prstGeom prst="rect">
            <a:avLst/>
          </a:prstGeom>
        </p:spPr>
        <p:txBody>
          <a:bodyPr spcFirstLastPara="1" wrap="square" lIns="0" tIns="0" rIns="0" bIns="0" anchor="ctr" anchorCtr="0">
            <a:no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
        <p:nvSpPr>
          <p:cNvPr id="125" name="Google Shape;125;p16"/>
          <p:cNvSpPr txBox="1">
            <a:spLocks noGrp="1"/>
          </p:cNvSpPr>
          <p:nvPr>
            <p:ph type="body" idx="5"/>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26" name="Google Shape;126;p16"/>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27" name="Google Shape;127;p16"/>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28" name="Google Shape;128;p16"/>
          <p:cNvSpPr txBox="1">
            <a:spLocks noGrp="1"/>
          </p:cNvSpPr>
          <p:nvPr>
            <p:ph type="body" idx="6"/>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29" name="Google Shape;129;p16"/>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0" name="Google Shape;130;p16"/>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31" name="Google Shape;131;p16"/>
          <p:cNvSpPr txBox="1">
            <a:spLocks noGrp="1"/>
          </p:cNvSpPr>
          <p:nvPr>
            <p:ph type="subTitle" idx="9"/>
          </p:nvPr>
        </p:nvSpPr>
        <p:spPr>
          <a:xfrm>
            <a:off x="1648600" y="2636275"/>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a:endParaRPr/>
          </a:p>
        </p:txBody>
      </p:sp>
      <p:sp>
        <p:nvSpPr>
          <p:cNvPr id="132" name="Google Shape;132;p16"/>
          <p:cNvSpPr txBox="1">
            <a:spLocks noGrp="1"/>
          </p:cNvSpPr>
          <p:nvPr>
            <p:ph type="subTitle" idx="13"/>
          </p:nvPr>
        </p:nvSpPr>
        <p:spPr>
          <a:xfrm>
            <a:off x="1648600" y="1552438"/>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a:endParaRPr/>
          </a:p>
        </p:txBody>
      </p:sp>
      <p:sp>
        <p:nvSpPr>
          <p:cNvPr id="133" name="Google Shape;133;p16"/>
          <p:cNvSpPr txBox="1">
            <a:spLocks noGrp="1"/>
          </p:cNvSpPr>
          <p:nvPr>
            <p:ph type="subTitle" idx="14"/>
          </p:nvPr>
        </p:nvSpPr>
        <p:spPr>
          <a:xfrm>
            <a:off x="1648600" y="3707613"/>
            <a:ext cx="4095900" cy="972000"/>
          </a:xfrm>
          <a:prstGeom prst="rect">
            <a:avLst/>
          </a:prstGeom>
        </p:spPr>
        <p:txBody>
          <a:bodyPr spcFirstLastPara="1" wrap="square" lIns="0" tIns="0" rIns="0" bIns="0" anchor="ctr" anchorCtr="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hree big ideas - Alt 6">
  <p:cSld name="BLANK_1_1_1_1_1_1_1_1_1_1_1_1_1_2_1_2_1_1">
    <p:bg>
      <p:bgPr>
        <a:solidFill>
          <a:schemeClr val="lt1"/>
        </a:solidFill>
        <a:effectLst/>
      </p:bgPr>
    </p:bg>
    <p:spTree>
      <p:nvGrpSpPr>
        <p:cNvPr id="1" name="Shape 134"/>
        <p:cNvGrpSpPr/>
        <p:nvPr/>
      </p:nvGrpSpPr>
      <p:grpSpPr>
        <a:xfrm>
          <a:off x="0" y="0"/>
          <a:ext cx="0" cy="0"/>
          <a:chOff x="0" y="0"/>
          <a:chExt cx="0" cy="0"/>
        </a:xfrm>
      </p:grpSpPr>
      <p:sp>
        <p:nvSpPr>
          <p:cNvPr id="135" name="Google Shape;135;p17"/>
          <p:cNvSpPr txBox="1">
            <a:spLocks noGrp="1"/>
          </p:cNvSpPr>
          <p:nvPr>
            <p:ph type="subTitle" idx="1"/>
          </p:nvPr>
        </p:nvSpPr>
        <p:spPr>
          <a:xfrm>
            <a:off x="3185700" y="37169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36" name="Google Shape;136;p17"/>
          <p:cNvSpPr txBox="1">
            <a:spLocks noGrp="1"/>
          </p:cNvSpPr>
          <p:nvPr>
            <p:ph type="subTitle" idx="2"/>
          </p:nvPr>
        </p:nvSpPr>
        <p:spPr>
          <a:xfrm>
            <a:off x="1736388" y="26362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37" name="Google Shape;137;p17"/>
          <p:cNvSpPr txBox="1">
            <a:spLocks noGrp="1"/>
          </p:cNvSpPr>
          <p:nvPr>
            <p:ph type="subTitle" idx="3"/>
          </p:nvPr>
        </p:nvSpPr>
        <p:spPr>
          <a:xfrm>
            <a:off x="288625" y="1555575"/>
            <a:ext cx="1005000" cy="972000"/>
          </a:xfrm>
          <a:prstGeom prst="rect">
            <a:avLst/>
          </a:prstGeom>
        </p:spPr>
        <p:txBody>
          <a:bodyPr spcFirstLastPara="1" wrap="square" lIns="0" tIns="0" rIns="0" bIns="0" anchor="ctr" anchorCtr="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a:endParaRPr/>
          </a:p>
        </p:txBody>
      </p:sp>
      <p:sp>
        <p:nvSpPr>
          <p:cNvPr id="138" name="Google Shape;138;p17"/>
          <p:cNvSpPr txBox="1">
            <a:spLocks noGrp="1"/>
          </p:cNvSpPr>
          <p:nvPr>
            <p:ph type="body" idx="4"/>
          </p:nvPr>
        </p:nvSpPr>
        <p:spPr>
          <a:xfrm>
            <a:off x="3187500" y="2635425"/>
            <a:ext cx="4227000" cy="972000"/>
          </a:xfrm>
          <a:prstGeom prst="rect">
            <a:avLst/>
          </a:prstGeom>
        </p:spPr>
        <p:txBody>
          <a:bodyPr spcFirstLastPara="1" wrap="square" lIns="0" tIns="0" rIns="0" bIns="0" anchor="ctr" anchorCtr="0">
            <a:noAutofit/>
          </a:bodyPr>
          <a:lstStyle>
            <a:lvl1pPr marL="457200" lvl="0" indent="-304800">
              <a:lnSpc>
                <a:spcPct val="100000"/>
              </a:lnSpc>
              <a:spcBef>
                <a:spcPts val="0"/>
              </a:spcBef>
              <a:spcAft>
                <a:spcPts val="0"/>
              </a:spcAft>
              <a:buClr>
                <a:schemeClr val="dk1"/>
              </a:buClr>
              <a:buSzPts val="1200"/>
              <a:buFont typeface="Inter"/>
              <a:buChar char="●"/>
              <a:defRPr>
                <a:solidFill>
                  <a:schemeClr val="dk1"/>
                </a:solidFill>
              </a:defRPr>
            </a:lvl1pPr>
            <a:lvl2pPr marL="914400" lvl="1" indent="-304800">
              <a:lnSpc>
                <a:spcPct val="100000"/>
              </a:lnSpc>
              <a:spcBef>
                <a:spcPts val="0"/>
              </a:spcBef>
              <a:spcAft>
                <a:spcPts val="0"/>
              </a:spcAft>
              <a:buClr>
                <a:schemeClr val="dk1"/>
              </a:buClr>
              <a:buSzPts val="1200"/>
              <a:buFont typeface="Inter"/>
              <a:buChar char="○"/>
              <a:defRPr>
                <a:solidFill>
                  <a:schemeClr val="dk1"/>
                </a:solidFill>
              </a:defRPr>
            </a:lvl2pPr>
            <a:lvl3pPr marL="1371600" lvl="2" indent="-304800">
              <a:lnSpc>
                <a:spcPct val="100000"/>
              </a:lnSpc>
              <a:spcBef>
                <a:spcPts val="0"/>
              </a:spcBef>
              <a:spcAft>
                <a:spcPts val="0"/>
              </a:spcAft>
              <a:buClr>
                <a:schemeClr val="dk1"/>
              </a:buClr>
              <a:buSzPts val="1200"/>
              <a:buFont typeface="Inter"/>
              <a:buChar char="■"/>
              <a:defRPr>
                <a:solidFill>
                  <a:schemeClr val="dk1"/>
                </a:solidFill>
              </a:defRPr>
            </a:lvl3pPr>
            <a:lvl4pPr marL="1828800" lvl="3" indent="-304800">
              <a:lnSpc>
                <a:spcPct val="100000"/>
              </a:lnSpc>
              <a:spcBef>
                <a:spcPts val="0"/>
              </a:spcBef>
              <a:spcAft>
                <a:spcPts val="0"/>
              </a:spcAft>
              <a:buClr>
                <a:schemeClr val="dk1"/>
              </a:buClr>
              <a:buSzPts val="1200"/>
              <a:buFont typeface="Inter"/>
              <a:buChar char="●"/>
              <a:defRPr>
                <a:solidFill>
                  <a:schemeClr val="dk1"/>
                </a:solidFill>
              </a:defRPr>
            </a:lvl4pPr>
            <a:lvl5pPr marL="2286000" lvl="4" indent="-304800">
              <a:lnSpc>
                <a:spcPct val="100000"/>
              </a:lnSpc>
              <a:spcBef>
                <a:spcPts val="0"/>
              </a:spcBef>
              <a:spcAft>
                <a:spcPts val="0"/>
              </a:spcAft>
              <a:buClr>
                <a:schemeClr val="dk1"/>
              </a:buClr>
              <a:buSzPts val="1200"/>
              <a:buFont typeface="Inter"/>
              <a:buChar char="○"/>
              <a:defRPr>
                <a:solidFill>
                  <a:schemeClr val="dk1"/>
                </a:solidFill>
              </a:defRPr>
            </a:lvl5pPr>
            <a:lvl6pPr marL="2743200" lvl="5" indent="-304800">
              <a:lnSpc>
                <a:spcPct val="100000"/>
              </a:lnSpc>
              <a:spcBef>
                <a:spcPts val="0"/>
              </a:spcBef>
              <a:spcAft>
                <a:spcPts val="0"/>
              </a:spcAft>
              <a:buClr>
                <a:schemeClr val="dk1"/>
              </a:buClr>
              <a:buSzPts val="1200"/>
              <a:buFont typeface="Inter"/>
              <a:buChar char="■"/>
              <a:defRPr>
                <a:solidFill>
                  <a:schemeClr val="dk1"/>
                </a:solidFill>
              </a:defRPr>
            </a:lvl6pPr>
            <a:lvl7pPr marL="3200400" lvl="6" indent="-304800">
              <a:lnSpc>
                <a:spcPct val="100000"/>
              </a:lnSpc>
              <a:spcBef>
                <a:spcPts val="0"/>
              </a:spcBef>
              <a:spcAft>
                <a:spcPts val="0"/>
              </a:spcAft>
              <a:buClr>
                <a:schemeClr val="dk1"/>
              </a:buClr>
              <a:buSzPts val="1200"/>
              <a:buFont typeface="Inter"/>
              <a:buChar char="●"/>
              <a:defRPr>
                <a:solidFill>
                  <a:schemeClr val="dk1"/>
                </a:solidFill>
              </a:defRPr>
            </a:lvl7pPr>
            <a:lvl8pPr marL="3657600" lvl="7" indent="-304800">
              <a:lnSpc>
                <a:spcPct val="100000"/>
              </a:lnSpc>
              <a:spcBef>
                <a:spcPts val="0"/>
              </a:spcBef>
              <a:spcAft>
                <a:spcPts val="0"/>
              </a:spcAft>
              <a:buClr>
                <a:schemeClr val="dk1"/>
              </a:buClr>
              <a:buSzPts val="1200"/>
              <a:buFont typeface="Inter"/>
              <a:buChar char="○"/>
              <a:defRPr>
                <a:solidFill>
                  <a:schemeClr val="dk1"/>
                </a:solidFill>
              </a:defRPr>
            </a:lvl8pPr>
            <a:lvl9pPr marL="4114800" lvl="8" indent="-304800">
              <a:lnSpc>
                <a:spcPct val="100000"/>
              </a:lnSpc>
              <a:spcBef>
                <a:spcPts val="0"/>
              </a:spcBef>
              <a:spcAft>
                <a:spcPts val="0"/>
              </a:spcAft>
              <a:buClr>
                <a:schemeClr val="dk1"/>
              </a:buClr>
              <a:buSzPts val="1200"/>
              <a:buFont typeface="Inter"/>
              <a:buChar char="■"/>
              <a:defRPr>
                <a:solidFill>
                  <a:schemeClr val="dk1"/>
                </a:solidFill>
              </a:defRPr>
            </a:lvl9pPr>
          </a:lstStyle>
          <a:p>
            <a:endParaRPr/>
          </a:p>
        </p:txBody>
      </p:sp>
      <p:sp>
        <p:nvSpPr>
          <p:cNvPr id="139" name="Google Shape;139;p17"/>
          <p:cNvSpPr txBox="1">
            <a:spLocks noGrp="1"/>
          </p:cNvSpPr>
          <p:nvPr>
            <p:ph type="body" idx="5"/>
          </p:nvPr>
        </p:nvSpPr>
        <p:spPr>
          <a:xfrm>
            <a:off x="4629750" y="3706771"/>
            <a:ext cx="4227000" cy="972000"/>
          </a:xfrm>
          <a:prstGeom prst="rect">
            <a:avLst/>
          </a:prstGeom>
        </p:spPr>
        <p:txBody>
          <a:bodyPr spcFirstLastPara="1" wrap="square" lIns="0" tIns="0" rIns="0" bIns="0" anchor="ctr"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40" name="Google Shape;140;p17"/>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17"/>
          <p:cNvSpPr txBox="1">
            <a:spLocks noGrp="1"/>
          </p:cNvSpPr>
          <p:nvPr>
            <p:ph type="title"/>
          </p:nvPr>
        </p:nvSpPr>
        <p:spPr>
          <a:xfrm>
            <a:off x="283850" y="285900"/>
            <a:ext cx="56742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42" name="Google Shape;142;p17"/>
          <p:cNvSpPr txBox="1">
            <a:spLocks noGrp="1"/>
          </p:cNvSpPr>
          <p:nvPr>
            <p:ph type="body" idx="6"/>
          </p:nvPr>
        </p:nvSpPr>
        <p:spPr>
          <a:xfrm>
            <a:off x="1736400" y="1553875"/>
            <a:ext cx="4227000" cy="972000"/>
          </a:xfrm>
          <a:prstGeom prst="rect">
            <a:avLst/>
          </a:prstGeom>
        </p:spPr>
        <p:txBody>
          <a:bodyPr spcFirstLastPara="1" wrap="square" lIns="0" tIns="0" rIns="0" bIns="0" anchor="t" anchorCtr="0">
            <a:noAutofit/>
          </a:bodyPr>
          <a:lstStyle>
            <a:lvl1pPr marL="457200" lvl="0" indent="-304800">
              <a:spcBef>
                <a:spcPts val="0"/>
              </a:spcBef>
              <a:spcAft>
                <a:spcPts val="0"/>
              </a:spcAft>
              <a:buClr>
                <a:schemeClr val="dk1"/>
              </a:buClr>
              <a:buSzPts val="1200"/>
              <a:buFont typeface="Inter"/>
              <a:buChar char="●"/>
              <a:defRPr>
                <a:solidFill>
                  <a:schemeClr val="dk1"/>
                </a:solidFill>
              </a:defRPr>
            </a:lvl1pPr>
            <a:lvl2pPr marL="914400" lvl="1" indent="-304800">
              <a:spcBef>
                <a:spcPts val="0"/>
              </a:spcBef>
              <a:spcAft>
                <a:spcPts val="0"/>
              </a:spcAft>
              <a:buClr>
                <a:schemeClr val="dk1"/>
              </a:buClr>
              <a:buSzPts val="1200"/>
              <a:buFont typeface="Inter"/>
              <a:buChar char="○"/>
              <a:defRPr>
                <a:solidFill>
                  <a:schemeClr val="dk1"/>
                </a:solidFill>
              </a:defRPr>
            </a:lvl2pPr>
            <a:lvl3pPr marL="1371600" lvl="2" indent="-304800">
              <a:spcBef>
                <a:spcPts val="0"/>
              </a:spcBef>
              <a:spcAft>
                <a:spcPts val="0"/>
              </a:spcAft>
              <a:buClr>
                <a:schemeClr val="dk1"/>
              </a:buClr>
              <a:buSzPts val="1200"/>
              <a:buFont typeface="Inter"/>
              <a:buChar char="■"/>
              <a:defRPr>
                <a:solidFill>
                  <a:schemeClr val="dk1"/>
                </a:solidFill>
              </a:defRPr>
            </a:lvl3pPr>
            <a:lvl4pPr marL="1828800" lvl="3" indent="-304800">
              <a:spcBef>
                <a:spcPts val="0"/>
              </a:spcBef>
              <a:spcAft>
                <a:spcPts val="0"/>
              </a:spcAft>
              <a:buClr>
                <a:schemeClr val="dk1"/>
              </a:buClr>
              <a:buSzPts val="1200"/>
              <a:buFont typeface="Inter"/>
              <a:buChar char="●"/>
              <a:defRPr>
                <a:solidFill>
                  <a:schemeClr val="dk1"/>
                </a:solidFill>
              </a:defRPr>
            </a:lvl4pPr>
            <a:lvl5pPr marL="2286000" lvl="4" indent="-304800">
              <a:spcBef>
                <a:spcPts val="0"/>
              </a:spcBef>
              <a:spcAft>
                <a:spcPts val="0"/>
              </a:spcAft>
              <a:buClr>
                <a:schemeClr val="dk1"/>
              </a:buClr>
              <a:buSzPts val="1200"/>
              <a:buFont typeface="Inter"/>
              <a:buChar char="○"/>
              <a:defRPr>
                <a:solidFill>
                  <a:schemeClr val="dk1"/>
                </a:solidFill>
              </a:defRPr>
            </a:lvl5pPr>
            <a:lvl6pPr marL="2743200" lvl="5" indent="-304800">
              <a:spcBef>
                <a:spcPts val="0"/>
              </a:spcBef>
              <a:spcAft>
                <a:spcPts val="0"/>
              </a:spcAft>
              <a:buClr>
                <a:schemeClr val="dk1"/>
              </a:buClr>
              <a:buSzPts val="1200"/>
              <a:buFont typeface="Inter"/>
              <a:buChar char="■"/>
              <a:defRPr>
                <a:solidFill>
                  <a:schemeClr val="dk1"/>
                </a:solidFill>
              </a:defRPr>
            </a:lvl6pPr>
            <a:lvl7pPr marL="3200400" lvl="6" indent="-304800">
              <a:spcBef>
                <a:spcPts val="0"/>
              </a:spcBef>
              <a:spcAft>
                <a:spcPts val="0"/>
              </a:spcAft>
              <a:buClr>
                <a:schemeClr val="dk1"/>
              </a:buClr>
              <a:buSzPts val="1200"/>
              <a:buFont typeface="Inter"/>
              <a:buChar char="●"/>
              <a:defRPr>
                <a:solidFill>
                  <a:schemeClr val="dk1"/>
                </a:solidFill>
              </a:defRPr>
            </a:lvl7pPr>
            <a:lvl8pPr marL="3657600" lvl="7" indent="-304800">
              <a:spcBef>
                <a:spcPts val="0"/>
              </a:spcBef>
              <a:spcAft>
                <a:spcPts val="0"/>
              </a:spcAft>
              <a:buClr>
                <a:schemeClr val="dk1"/>
              </a:buClr>
              <a:buSzPts val="1200"/>
              <a:buFont typeface="Inter"/>
              <a:buChar char="○"/>
              <a:defRPr>
                <a:solidFill>
                  <a:schemeClr val="dk1"/>
                </a:solidFill>
              </a:defRPr>
            </a:lvl8pPr>
            <a:lvl9pPr marL="4114800" lvl="8" indent="-304800">
              <a:spcBef>
                <a:spcPts val="0"/>
              </a:spcBef>
              <a:spcAft>
                <a:spcPts val="0"/>
              </a:spcAft>
              <a:buClr>
                <a:schemeClr val="dk1"/>
              </a:buClr>
              <a:buSzPts val="1200"/>
              <a:buFont typeface="Inter"/>
              <a:buChar char="■"/>
              <a:defRPr>
                <a:solidFill>
                  <a:schemeClr val="dk1"/>
                </a:solidFill>
              </a:defRPr>
            </a:lvl9pPr>
          </a:lstStyle>
          <a:p>
            <a:endParaRPr/>
          </a:p>
        </p:txBody>
      </p:sp>
      <p:sp>
        <p:nvSpPr>
          <p:cNvPr id="143" name="Google Shape;143;p17"/>
          <p:cNvSpPr txBox="1">
            <a:spLocks noGrp="1"/>
          </p:cNvSpPr>
          <p:nvPr>
            <p:ph type="title" idx="7"/>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44" name="Google Shape;144;p17"/>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hree big ideas - Alt 8">
  <p:cSld name="BLANK_1_1_1_1_1_1_1_1_1_1_1_1_1_2_1_1_1">
    <p:spTree>
      <p:nvGrpSpPr>
        <p:cNvPr id="1" name="Shape 145"/>
        <p:cNvGrpSpPr/>
        <p:nvPr/>
      </p:nvGrpSpPr>
      <p:grpSpPr>
        <a:xfrm>
          <a:off x="0" y="0"/>
          <a:ext cx="0" cy="0"/>
          <a:chOff x="0" y="0"/>
          <a:chExt cx="0" cy="0"/>
        </a:xfrm>
      </p:grpSpPr>
      <p:sp>
        <p:nvSpPr>
          <p:cNvPr id="146" name="Google Shape;146;p18"/>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7" name="Google Shape;147;p18"/>
          <p:cNvSpPr txBox="1">
            <a:spLocks noGrp="1"/>
          </p:cNvSpPr>
          <p:nvPr>
            <p:ph type="title"/>
          </p:nvPr>
        </p:nvSpPr>
        <p:spPr>
          <a:xfrm>
            <a:off x="283850" y="285900"/>
            <a:ext cx="5674200" cy="2235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sp>
        <p:nvSpPr>
          <p:cNvPr id="148" name="Google Shape;148;p18"/>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9" name="Google Shape;149;p18"/>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18"/>
          <p:cNvSpPr txBox="1">
            <a:spLocks noGrp="1"/>
          </p:cNvSpPr>
          <p:nvPr>
            <p:ph type="body" idx="1"/>
          </p:nvPr>
        </p:nvSpPr>
        <p:spPr>
          <a:xfrm>
            <a:off x="24568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1" name="Google Shape;151;p18"/>
          <p:cNvSpPr txBox="1">
            <a:spLocks noGrp="1"/>
          </p:cNvSpPr>
          <p:nvPr>
            <p:ph type="body" idx="4"/>
          </p:nvPr>
        </p:nvSpPr>
        <p:spPr>
          <a:xfrm>
            <a:off x="4629750" y="3716975"/>
            <a:ext cx="20550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2" name="Google Shape;152;p18"/>
          <p:cNvSpPr txBox="1">
            <a:spLocks noGrp="1"/>
          </p:cNvSpPr>
          <p:nvPr>
            <p:ph type="body" idx="5"/>
          </p:nvPr>
        </p:nvSpPr>
        <p:spPr>
          <a:xfrm>
            <a:off x="6802050" y="3716975"/>
            <a:ext cx="2054700" cy="7284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ree big ideas - Alt 9">
  <p:cSld name="BLANK_1_1_1_1_1_1_1_1_1_1_1_1_1_2_1_1_2">
    <p:spTree>
      <p:nvGrpSpPr>
        <p:cNvPr id="1" name="Shape 153"/>
        <p:cNvGrpSpPr/>
        <p:nvPr/>
      </p:nvGrpSpPr>
      <p:grpSpPr>
        <a:xfrm>
          <a:off x="0" y="0"/>
          <a:ext cx="0" cy="0"/>
          <a:chOff x="0" y="0"/>
          <a:chExt cx="0" cy="0"/>
        </a:xfrm>
      </p:grpSpPr>
      <p:sp>
        <p:nvSpPr>
          <p:cNvPr id="154" name="Google Shape;154;p19"/>
          <p:cNvSpPr txBox="1">
            <a:spLocks noGrp="1"/>
          </p:cNvSpPr>
          <p:nvPr>
            <p:ph type="body" idx="1"/>
          </p:nvPr>
        </p:nvSpPr>
        <p:spPr>
          <a:xfrm>
            <a:off x="6091950" y="155387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5" name="Google Shape;155;p19"/>
          <p:cNvSpPr txBox="1">
            <a:spLocks noGrp="1"/>
          </p:cNvSpPr>
          <p:nvPr>
            <p:ph type="body" idx="2"/>
          </p:nvPr>
        </p:nvSpPr>
        <p:spPr>
          <a:xfrm>
            <a:off x="6091950" y="2635425"/>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6" name="Google Shape;156;p19"/>
          <p:cNvSpPr txBox="1">
            <a:spLocks noGrp="1"/>
          </p:cNvSpPr>
          <p:nvPr>
            <p:ph type="body" idx="3"/>
          </p:nvPr>
        </p:nvSpPr>
        <p:spPr>
          <a:xfrm>
            <a:off x="6091950" y="3706763"/>
            <a:ext cx="2764800" cy="9720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Inter"/>
              <a:buChar char="●"/>
              <a:defRPr sz="1000"/>
            </a:lvl1pPr>
            <a:lvl2pPr marL="914400" lvl="1" indent="-292100">
              <a:spcBef>
                <a:spcPts val="0"/>
              </a:spcBef>
              <a:spcAft>
                <a:spcPts val="0"/>
              </a:spcAft>
              <a:buClr>
                <a:schemeClr val="lt1"/>
              </a:buClr>
              <a:buSzPts val="1000"/>
              <a:buFont typeface="Inter"/>
              <a:buChar char="○"/>
              <a:defRPr sz="1000"/>
            </a:lvl2pPr>
            <a:lvl3pPr marL="1371600" lvl="2" indent="-292100">
              <a:spcBef>
                <a:spcPts val="0"/>
              </a:spcBef>
              <a:spcAft>
                <a:spcPts val="0"/>
              </a:spcAft>
              <a:buClr>
                <a:schemeClr val="lt1"/>
              </a:buClr>
              <a:buSzPts val="1000"/>
              <a:buFont typeface="Inter"/>
              <a:buChar char="■"/>
              <a:defRPr sz="1000"/>
            </a:lvl3pPr>
            <a:lvl4pPr marL="1828800" lvl="3" indent="-292100">
              <a:spcBef>
                <a:spcPts val="0"/>
              </a:spcBef>
              <a:spcAft>
                <a:spcPts val="0"/>
              </a:spcAft>
              <a:buClr>
                <a:schemeClr val="lt1"/>
              </a:buClr>
              <a:buSzPts val="1000"/>
              <a:buFont typeface="Inter"/>
              <a:buChar char="●"/>
              <a:defRPr sz="1000"/>
            </a:lvl4pPr>
            <a:lvl5pPr marL="2286000" lvl="4" indent="-292100">
              <a:spcBef>
                <a:spcPts val="0"/>
              </a:spcBef>
              <a:spcAft>
                <a:spcPts val="0"/>
              </a:spcAft>
              <a:buClr>
                <a:schemeClr val="lt1"/>
              </a:buClr>
              <a:buSzPts val="1000"/>
              <a:buFont typeface="Inter"/>
              <a:buChar char="○"/>
              <a:defRPr sz="1000"/>
            </a:lvl5pPr>
            <a:lvl6pPr marL="2743200" lvl="5" indent="-292100">
              <a:spcBef>
                <a:spcPts val="0"/>
              </a:spcBef>
              <a:spcAft>
                <a:spcPts val="0"/>
              </a:spcAft>
              <a:buClr>
                <a:schemeClr val="lt1"/>
              </a:buClr>
              <a:buSzPts val="1000"/>
              <a:buFont typeface="Inter"/>
              <a:buChar char="■"/>
              <a:defRPr sz="1000"/>
            </a:lvl6pPr>
            <a:lvl7pPr marL="3200400" lvl="6" indent="-292100">
              <a:spcBef>
                <a:spcPts val="0"/>
              </a:spcBef>
              <a:spcAft>
                <a:spcPts val="0"/>
              </a:spcAft>
              <a:buClr>
                <a:schemeClr val="lt1"/>
              </a:buClr>
              <a:buSzPts val="1000"/>
              <a:buFont typeface="Inter"/>
              <a:buChar char="●"/>
              <a:defRPr sz="1000"/>
            </a:lvl7pPr>
            <a:lvl8pPr marL="3657600" lvl="7" indent="-292100">
              <a:spcBef>
                <a:spcPts val="0"/>
              </a:spcBef>
              <a:spcAft>
                <a:spcPts val="0"/>
              </a:spcAft>
              <a:buClr>
                <a:schemeClr val="lt1"/>
              </a:buClr>
              <a:buSzPts val="1000"/>
              <a:buFont typeface="Inter"/>
              <a:buChar char="○"/>
              <a:defRPr sz="1000"/>
            </a:lvl8pPr>
            <a:lvl9pPr marL="4114800" lvl="8" indent="-292100">
              <a:spcBef>
                <a:spcPts val="0"/>
              </a:spcBef>
              <a:spcAft>
                <a:spcPts val="0"/>
              </a:spcAft>
              <a:buClr>
                <a:schemeClr val="lt1"/>
              </a:buClr>
              <a:buSzPts val="1000"/>
              <a:buFont typeface="Inter"/>
              <a:buChar char="■"/>
              <a:defRPr sz="1000"/>
            </a:lvl9pPr>
          </a:lstStyle>
          <a:p>
            <a:endParaRPr/>
          </a:p>
        </p:txBody>
      </p:sp>
      <p:sp>
        <p:nvSpPr>
          <p:cNvPr id="157" name="Google Shape;157;p19"/>
          <p:cNvSpPr txBox="1">
            <a:spLocks noGrp="1"/>
          </p:cNvSpPr>
          <p:nvPr>
            <p:ph type="title"/>
          </p:nvPr>
        </p:nvSpPr>
        <p:spPr>
          <a:xfrm>
            <a:off x="283850" y="285900"/>
            <a:ext cx="42276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a:endParaRPr/>
          </a:p>
        </p:txBody>
      </p:sp>
      <p:sp>
        <p:nvSpPr>
          <p:cNvPr id="158" name="Google Shape;158;p19"/>
          <p:cNvSpPr txBox="1">
            <a:spLocks noGrp="1"/>
          </p:cNvSpPr>
          <p:nvPr>
            <p:ph type="title" idx="4"/>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19"/>
          <p:cNvSpPr txBox="1">
            <a:spLocks noGrp="1"/>
          </p:cNvSpPr>
          <p:nvPr>
            <p:ph type="title" idx="5"/>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19"/>
          <p:cNvSpPr txBox="1">
            <a:spLocks noGrp="1"/>
          </p:cNvSpPr>
          <p:nvPr>
            <p:ph type="subTitle" idx="6"/>
          </p:nvPr>
        </p:nvSpPr>
        <p:spPr>
          <a:xfrm>
            <a:off x="288625" y="15555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1" name="Google Shape;161;p19"/>
          <p:cNvSpPr txBox="1">
            <a:spLocks noGrp="1"/>
          </p:cNvSpPr>
          <p:nvPr>
            <p:ph type="subTitle" idx="7"/>
          </p:nvPr>
        </p:nvSpPr>
        <p:spPr>
          <a:xfrm>
            <a:off x="288625" y="26362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2" name="Google Shape;162;p19"/>
          <p:cNvSpPr txBox="1">
            <a:spLocks noGrp="1"/>
          </p:cNvSpPr>
          <p:nvPr>
            <p:ph type="subTitle" idx="8"/>
          </p:nvPr>
        </p:nvSpPr>
        <p:spPr>
          <a:xfrm>
            <a:off x="288625" y="3716975"/>
            <a:ext cx="4509600" cy="972000"/>
          </a:xfrm>
          <a:prstGeom prst="rect">
            <a:avLst/>
          </a:prstGeom>
        </p:spPr>
        <p:txBody>
          <a:bodyPr spcFirstLastPara="1" wrap="square" lIns="0" tIns="0" rIns="0" bIns="0" anchor="t" anchorCtr="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a:endParaRPr/>
          </a:p>
        </p:txBody>
      </p:sp>
      <p:sp>
        <p:nvSpPr>
          <p:cNvPr id="163" name="Google Shape;163;p19"/>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ree big ideas - Alt 10">
  <p:cSld name="BLANK_1_1_1_1_1_1_1_1_1_1_1_1_1_2_1_3">
    <p:bg>
      <p:bgPr>
        <a:solidFill>
          <a:schemeClr val="accent3"/>
        </a:solidFill>
        <a:effectLst/>
      </p:bgPr>
    </p:bg>
    <p:spTree>
      <p:nvGrpSpPr>
        <p:cNvPr id="1" name="Shape 164"/>
        <p:cNvGrpSpPr/>
        <p:nvPr/>
      </p:nvGrpSpPr>
      <p:grpSpPr>
        <a:xfrm>
          <a:off x="0" y="0"/>
          <a:ext cx="0" cy="0"/>
          <a:chOff x="0" y="0"/>
          <a:chExt cx="0" cy="0"/>
        </a:xfrm>
      </p:grpSpPr>
      <p:sp>
        <p:nvSpPr>
          <p:cNvPr id="165" name="Google Shape;165;p20"/>
          <p:cNvSpPr txBox="1">
            <a:spLocks noGrp="1"/>
          </p:cNvSpPr>
          <p:nvPr>
            <p:ph type="subTitle" idx="1"/>
          </p:nvPr>
        </p:nvSpPr>
        <p:spPr>
          <a:xfrm>
            <a:off x="4629000" y="28590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66" name="Google Shape;166;p20"/>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67" name="Google Shape;167;p20"/>
          <p:cNvSpPr txBox="1">
            <a:spLocks noGrp="1"/>
          </p:cNvSpPr>
          <p:nvPr>
            <p:ph type="title"/>
          </p:nvPr>
        </p:nvSpPr>
        <p:spPr>
          <a:xfrm>
            <a:off x="283850" y="285900"/>
            <a:ext cx="2764800" cy="11547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a:endParaRPr/>
          </a:p>
        </p:txBody>
      </p:sp>
      <p:sp>
        <p:nvSpPr>
          <p:cNvPr id="168" name="Google Shape;168;p20"/>
          <p:cNvSpPr txBox="1">
            <a:spLocks noGrp="1"/>
          </p:cNvSpPr>
          <p:nvPr>
            <p:ph type="body" idx="2"/>
          </p:nvPr>
        </p:nvSpPr>
        <p:spPr>
          <a:xfrm>
            <a:off x="4629450" y="786100"/>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69" name="Google Shape;169;p20"/>
          <p:cNvSpPr txBox="1">
            <a:spLocks noGrp="1"/>
          </p:cNvSpPr>
          <p:nvPr>
            <p:ph type="title" idx="3"/>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0" name="Google Shape;170;p20"/>
          <p:cNvSpPr txBox="1">
            <a:spLocks noGrp="1"/>
          </p:cNvSpPr>
          <p:nvPr>
            <p:ph type="title" idx="4"/>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71" name="Google Shape;171;p20"/>
          <p:cNvSpPr txBox="1">
            <a:spLocks noGrp="1"/>
          </p:cNvSpPr>
          <p:nvPr>
            <p:ph type="subTitle" idx="5"/>
          </p:nvPr>
        </p:nvSpPr>
        <p:spPr>
          <a:xfrm>
            <a:off x="4629000" y="1751850"/>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72" name="Google Shape;172;p20"/>
          <p:cNvSpPr txBox="1">
            <a:spLocks noGrp="1"/>
          </p:cNvSpPr>
          <p:nvPr>
            <p:ph type="body" idx="6"/>
          </p:nvPr>
        </p:nvSpPr>
        <p:spPr>
          <a:xfrm>
            <a:off x="4629450" y="2252055"/>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3" name="Google Shape;173;p20"/>
          <p:cNvSpPr txBox="1">
            <a:spLocks noGrp="1"/>
          </p:cNvSpPr>
          <p:nvPr>
            <p:ph type="subTitle" idx="7"/>
          </p:nvPr>
        </p:nvSpPr>
        <p:spPr>
          <a:xfrm>
            <a:off x="4629000" y="3217788"/>
            <a:ext cx="4228200" cy="357600"/>
          </a:xfrm>
          <a:prstGeom prst="rect">
            <a:avLst/>
          </a:prstGeom>
        </p:spPr>
        <p:txBody>
          <a:bodyPr spcFirstLastPara="1" wrap="square" lIns="182875" tIns="182875" rIns="0" bIns="0" anchor="t" anchorCtr="0">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a:endParaRPr/>
          </a:p>
        </p:txBody>
      </p:sp>
      <p:sp>
        <p:nvSpPr>
          <p:cNvPr id="174" name="Google Shape;174;p20"/>
          <p:cNvSpPr txBox="1">
            <a:spLocks noGrp="1"/>
          </p:cNvSpPr>
          <p:nvPr>
            <p:ph type="body" idx="8"/>
          </p:nvPr>
        </p:nvSpPr>
        <p:spPr>
          <a:xfrm>
            <a:off x="4629450" y="3717997"/>
            <a:ext cx="2172600" cy="804300"/>
          </a:xfrm>
          <a:prstGeom prst="rect">
            <a:avLst/>
          </a:prstGeom>
        </p:spPr>
        <p:txBody>
          <a:bodyPr spcFirstLastPara="1" wrap="square" lIns="182875" tIns="0" rIns="182875" bIns="0" anchor="t"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
        <p:nvSpPr>
          <p:cNvPr id="175" name="Google Shape;175;p20"/>
          <p:cNvSpPr txBox="1">
            <a:spLocks noGrp="1"/>
          </p:cNvSpPr>
          <p:nvPr>
            <p:ph type="body" idx="9"/>
          </p:nvPr>
        </p:nvSpPr>
        <p:spPr>
          <a:xfrm>
            <a:off x="284850" y="3717988"/>
            <a:ext cx="2055300" cy="804300"/>
          </a:xfrm>
          <a:prstGeom prst="rect">
            <a:avLst/>
          </a:prstGeom>
        </p:spPr>
        <p:txBody>
          <a:bodyPr spcFirstLastPara="1" wrap="square" lIns="0" tIns="0" rIns="182875" bIns="0" anchor="t" anchorCtr="0">
            <a:spAutoFit/>
          </a:bodyPr>
          <a:lstStyle>
            <a:lvl1pPr marL="457200" lvl="0" indent="-292100">
              <a:lnSpc>
                <a:spcPct val="100000"/>
              </a:lnSpc>
              <a:spcBef>
                <a:spcPts val="0"/>
              </a:spcBef>
              <a:spcAft>
                <a:spcPts val="0"/>
              </a:spcAft>
              <a:buClr>
                <a:schemeClr val="dk1"/>
              </a:buClr>
              <a:buSzPts val="1000"/>
              <a:buFont typeface="Inter"/>
              <a:buChar char="●"/>
              <a:defRPr sz="1000">
                <a:solidFill>
                  <a:schemeClr val="dk1"/>
                </a:solidFill>
              </a:defRPr>
            </a:lvl1pPr>
            <a:lvl2pPr marL="914400" lvl="1" indent="-292100">
              <a:lnSpc>
                <a:spcPct val="100000"/>
              </a:lnSpc>
              <a:spcBef>
                <a:spcPts val="0"/>
              </a:spcBef>
              <a:spcAft>
                <a:spcPts val="0"/>
              </a:spcAft>
              <a:buClr>
                <a:schemeClr val="dk1"/>
              </a:buClr>
              <a:buSzPts val="1000"/>
              <a:buFont typeface="Inter"/>
              <a:buChar char="○"/>
              <a:defRPr sz="1000">
                <a:solidFill>
                  <a:schemeClr val="dk1"/>
                </a:solidFill>
              </a:defRPr>
            </a:lvl2pPr>
            <a:lvl3pPr marL="1371600" lvl="2" indent="-292100">
              <a:lnSpc>
                <a:spcPct val="100000"/>
              </a:lnSpc>
              <a:spcBef>
                <a:spcPts val="0"/>
              </a:spcBef>
              <a:spcAft>
                <a:spcPts val="0"/>
              </a:spcAft>
              <a:buClr>
                <a:schemeClr val="dk1"/>
              </a:buClr>
              <a:buSzPts val="1000"/>
              <a:buFont typeface="Inter"/>
              <a:buChar char="■"/>
              <a:defRPr sz="1000">
                <a:solidFill>
                  <a:schemeClr val="dk1"/>
                </a:solidFill>
              </a:defRPr>
            </a:lvl3pPr>
            <a:lvl4pPr marL="1828800" lvl="3" indent="-292100">
              <a:lnSpc>
                <a:spcPct val="100000"/>
              </a:lnSpc>
              <a:spcBef>
                <a:spcPts val="0"/>
              </a:spcBef>
              <a:spcAft>
                <a:spcPts val="0"/>
              </a:spcAft>
              <a:buClr>
                <a:schemeClr val="dk1"/>
              </a:buClr>
              <a:buSzPts val="1000"/>
              <a:buFont typeface="Inter"/>
              <a:buChar char="●"/>
              <a:defRPr sz="1000">
                <a:solidFill>
                  <a:schemeClr val="dk1"/>
                </a:solidFill>
              </a:defRPr>
            </a:lvl4pPr>
            <a:lvl5pPr marL="2286000" lvl="4" indent="-292100">
              <a:lnSpc>
                <a:spcPct val="100000"/>
              </a:lnSpc>
              <a:spcBef>
                <a:spcPts val="0"/>
              </a:spcBef>
              <a:spcAft>
                <a:spcPts val="0"/>
              </a:spcAft>
              <a:buClr>
                <a:schemeClr val="dk1"/>
              </a:buClr>
              <a:buSzPts val="1000"/>
              <a:buFont typeface="Inter"/>
              <a:buChar char="○"/>
              <a:defRPr sz="1000">
                <a:solidFill>
                  <a:schemeClr val="dk1"/>
                </a:solidFill>
              </a:defRPr>
            </a:lvl5pPr>
            <a:lvl6pPr marL="2743200" lvl="5" indent="-292100">
              <a:lnSpc>
                <a:spcPct val="100000"/>
              </a:lnSpc>
              <a:spcBef>
                <a:spcPts val="0"/>
              </a:spcBef>
              <a:spcAft>
                <a:spcPts val="0"/>
              </a:spcAft>
              <a:buClr>
                <a:schemeClr val="dk1"/>
              </a:buClr>
              <a:buSzPts val="1000"/>
              <a:buFont typeface="Inter"/>
              <a:buChar char="■"/>
              <a:defRPr sz="1000">
                <a:solidFill>
                  <a:schemeClr val="dk1"/>
                </a:solidFill>
              </a:defRPr>
            </a:lvl6pPr>
            <a:lvl7pPr marL="3200400" lvl="6" indent="-292100">
              <a:lnSpc>
                <a:spcPct val="100000"/>
              </a:lnSpc>
              <a:spcBef>
                <a:spcPts val="0"/>
              </a:spcBef>
              <a:spcAft>
                <a:spcPts val="0"/>
              </a:spcAft>
              <a:buClr>
                <a:schemeClr val="dk1"/>
              </a:buClr>
              <a:buSzPts val="1000"/>
              <a:buFont typeface="Inter"/>
              <a:buChar char="●"/>
              <a:defRPr sz="1000">
                <a:solidFill>
                  <a:schemeClr val="dk1"/>
                </a:solidFill>
              </a:defRPr>
            </a:lvl7pPr>
            <a:lvl8pPr marL="3657600" lvl="7" indent="-292100">
              <a:lnSpc>
                <a:spcPct val="100000"/>
              </a:lnSpc>
              <a:spcBef>
                <a:spcPts val="0"/>
              </a:spcBef>
              <a:spcAft>
                <a:spcPts val="0"/>
              </a:spcAft>
              <a:buClr>
                <a:schemeClr val="dk1"/>
              </a:buClr>
              <a:buSzPts val="1000"/>
              <a:buFont typeface="Inter"/>
              <a:buChar char="○"/>
              <a:defRPr sz="1000">
                <a:solidFill>
                  <a:schemeClr val="dk1"/>
                </a:solidFill>
              </a:defRPr>
            </a:lvl8pPr>
            <a:lvl9pPr marL="4114800" lvl="8" indent="-292100">
              <a:lnSpc>
                <a:spcPct val="100000"/>
              </a:lnSpc>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image grid and description">
  <p:cSld name="CUSTOM">
    <p:bg>
      <p:bgPr>
        <a:solidFill>
          <a:schemeClr val="accent3"/>
        </a:solidFill>
        <a:effectLst/>
      </p:bgPr>
    </p:bg>
    <p:spTree>
      <p:nvGrpSpPr>
        <p:cNvPr id="1" name="Shape 176"/>
        <p:cNvGrpSpPr/>
        <p:nvPr/>
      </p:nvGrpSpPr>
      <p:grpSpPr>
        <a:xfrm>
          <a:off x="0" y="0"/>
          <a:ext cx="0" cy="0"/>
          <a:chOff x="0" y="0"/>
          <a:chExt cx="0" cy="0"/>
        </a:xfrm>
      </p:grpSpPr>
      <p:sp>
        <p:nvSpPr>
          <p:cNvPr id="177" name="Google Shape;177;p21"/>
          <p:cNvSpPr>
            <a:spLocks noGrp="1"/>
          </p:cNvSpPr>
          <p:nvPr>
            <p:ph type="pic" idx="2"/>
          </p:nvPr>
        </p:nvSpPr>
        <p:spPr>
          <a:xfrm>
            <a:off x="4629750" y="286075"/>
            <a:ext cx="1257900" cy="1261500"/>
          </a:xfrm>
          <a:prstGeom prst="rect">
            <a:avLst/>
          </a:prstGeom>
          <a:noFill/>
          <a:ln>
            <a:noFill/>
          </a:ln>
        </p:spPr>
      </p:sp>
      <p:sp>
        <p:nvSpPr>
          <p:cNvPr id="178" name="Google Shape;178;p21"/>
          <p:cNvSpPr>
            <a:spLocks noGrp="1"/>
          </p:cNvSpPr>
          <p:nvPr>
            <p:ph type="pic" idx="3"/>
          </p:nvPr>
        </p:nvSpPr>
        <p:spPr>
          <a:xfrm>
            <a:off x="6111800" y="286075"/>
            <a:ext cx="1257900" cy="1261500"/>
          </a:xfrm>
          <a:prstGeom prst="rect">
            <a:avLst/>
          </a:prstGeom>
          <a:noFill/>
          <a:ln>
            <a:noFill/>
          </a:ln>
        </p:spPr>
      </p:sp>
      <p:sp>
        <p:nvSpPr>
          <p:cNvPr id="179" name="Google Shape;179;p21"/>
          <p:cNvSpPr>
            <a:spLocks noGrp="1"/>
          </p:cNvSpPr>
          <p:nvPr>
            <p:ph type="pic" idx="4"/>
          </p:nvPr>
        </p:nvSpPr>
        <p:spPr>
          <a:xfrm>
            <a:off x="7593850" y="286075"/>
            <a:ext cx="1257900" cy="1261500"/>
          </a:xfrm>
          <a:prstGeom prst="rect">
            <a:avLst/>
          </a:prstGeom>
          <a:noFill/>
          <a:ln>
            <a:noFill/>
          </a:ln>
        </p:spPr>
      </p:sp>
      <p:sp>
        <p:nvSpPr>
          <p:cNvPr id="180" name="Google Shape;180;p21"/>
          <p:cNvSpPr>
            <a:spLocks noGrp="1"/>
          </p:cNvSpPr>
          <p:nvPr>
            <p:ph type="pic" idx="5"/>
          </p:nvPr>
        </p:nvSpPr>
        <p:spPr>
          <a:xfrm>
            <a:off x="4629750" y="2634475"/>
            <a:ext cx="1257900" cy="1261500"/>
          </a:xfrm>
          <a:prstGeom prst="rect">
            <a:avLst/>
          </a:prstGeom>
          <a:noFill/>
          <a:ln>
            <a:noFill/>
          </a:ln>
        </p:spPr>
      </p:sp>
      <p:sp>
        <p:nvSpPr>
          <p:cNvPr id="181" name="Google Shape;181;p21"/>
          <p:cNvSpPr>
            <a:spLocks noGrp="1"/>
          </p:cNvSpPr>
          <p:nvPr>
            <p:ph type="pic" idx="6"/>
          </p:nvPr>
        </p:nvSpPr>
        <p:spPr>
          <a:xfrm>
            <a:off x="6111800" y="2634475"/>
            <a:ext cx="1257900" cy="1261500"/>
          </a:xfrm>
          <a:prstGeom prst="rect">
            <a:avLst/>
          </a:prstGeom>
          <a:noFill/>
          <a:ln>
            <a:noFill/>
          </a:ln>
        </p:spPr>
      </p:sp>
      <p:sp>
        <p:nvSpPr>
          <p:cNvPr id="182" name="Google Shape;182;p21"/>
          <p:cNvSpPr>
            <a:spLocks noGrp="1"/>
          </p:cNvSpPr>
          <p:nvPr>
            <p:ph type="pic" idx="7"/>
          </p:nvPr>
        </p:nvSpPr>
        <p:spPr>
          <a:xfrm>
            <a:off x="7593850" y="2634475"/>
            <a:ext cx="1257900" cy="1261500"/>
          </a:xfrm>
          <a:prstGeom prst="rect">
            <a:avLst/>
          </a:prstGeom>
          <a:noFill/>
          <a:ln>
            <a:noFill/>
          </a:ln>
        </p:spPr>
      </p:sp>
      <p:sp>
        <p:nvSpPr>
          <p:cNvPr id="183" name="Google Shape;183;p21"/>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84" name="Google Shape;184;p21"/>
          <p:cNvSpPr txBox="1">
            <a:spLocks noGrp="1"/>
          </p:cNvSpPr>
          <p:nvPr>
            <p:ph type="sldNum" idx="8"/>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185" name="Google Shape;185;p21"/>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6" name="Google Shape;186;p21"/>
          <p:cNvSpPr txBox="1">
            <a:spLocks noGrp="1"/>
          </p:cNvSpPr>
          <p:nvPr>
            <p:ph type="title" idx="9"/>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187" name="Google Shape;187;p21"/>
          <p:cNvSpPr txBox="1">
            <a:spLocks noGrp="1"/>
          </p:cNvSpPr>
          <p:nvPr>
            <p:ph type="title" idx="13"/>
          </p:nvPr>
        </p:nvSpPr>
        <p:spPr>
          <a:xfrm>
            <a:off x="283850" y="474875"/>
            <a:ext cx="2773200" cy="17436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a:endParaRPr/>
          </a:p>
        </p:txBody>
      </p:sp>
      <p:sp>
        <p:nvSpPr>
          <p:cNvPr id="188" name="Google Shape;188;p21"/>
          <p:cNvSpPr txBox="1">
            <a:spLocks noGrp="1"/>
          </p:cNvSpPr>
          <p:nvPr>
            <p:ph type="title" idx="14"/>
          </p:nvPr>
        </p:nvSpPr>
        <p:spPr>
          <a:xfrm>
            <a:off x="46297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89" name="Google Shape;189;p21"/>
          <p:cNvSpPr txBox="1">
            <a:spLocks noGrp="1"/>
          </p:cNvSpPr>
          <p:nvPr>
            <p:ph type="title" idx="15"/>
          </p:nvPr>
        </p:nvSpPr>
        <p:spPr>
          <a:xfrm>
            <a:off x="611180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0" name="Google Shape;190;p21"/>
          <p:cNvSpPr txBox="1">
            <a:spLocks noGrp="1"/>
          </p:cNvSpPr>
          <p:nvPr>
            <p:ph type="title" idx="16"/>
          </p:nvPr>
        </p:nvSpPr>
        <p:spPr>
          <a:xfrm>
            <a:off x="7593850" y="1649525"/>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1" name="Google Shape;191;p21"/>
          <p:cNvSpPr txBox="1">
            <a:spLocks noGrp="1"/>
          </p:cNvSpPr>
          <p:nvPr>
            <p:ph type="title" idx="17"/>
          </p:nvPr>
        </p:nvSpPr>
        <p:spPr>
          <a:xfrm>
            <a:off x="46297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2" name="Google Shape;192;p21"/>
          <p:cNvSpPr txBox="1">
            <a:spLocks noGrp="1"/>
          </p:cNvSpPr>
          <p:nvPr>
            <p:ph type="title" idx="18"/>
          </p:nvPr>
        </p:nvSpPr>
        <p:spPr>
          <a:xfrm>
            <a:off x="611180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3" name="Google Shape;193;p21"/>
          <p:cNvSpPr txBox="1">
            <a:spLocks noGrp="1"/>
          </p:cNvSpPr>
          <p:nvPr>
            <p:ph type="title" idx="19"/>
          </p:nvPr>
        </p:nvSpPr>
        <p:spPr>
          <a:xfrm>
            <a:off x="7593850" y="3995850"/>
            <a:ext cx="1257900" cy="686400"/>
          </a:xfrm>
          <a:prstGeom prst="rect">
            <a:avLst/>
          </a:prstGeom>
        </p:spPr>
        <p:txBody>
          <a:bodyPr spcFirstLastPara="1" wrap="square" lIns="0" tIns="0" rIns="0" bIns="0" anchor="t" anchorCtr="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image grid and description - Alt 1">
  <p:cSld name="CUSTOM_3">
    <p:bg>
      <p:bgPr>
        <a:solidFill>
          <a:schemeClr val="accent1"/>
        </a:solidFill>
        <a:effectLst/>
      </p:bgPr>
    </p:bg>
    <p:spTree>
      <p:nvGrpSpPr>
        <p:cNvPr id="1" name="Shape 194"/>
        <p:cNvGrpSpPr/>
        <p:nvPr/>
      </p:nvGrpSpPr>
      <p:grpSpPr>
        <a:xfrm>
          <a:off x="0" y="0"/>
          <a:ext cx="0" cy="0"/>
          <a:chOff x="0" y="0"/>
          <a:chExt cx="0" cy="0"/>
        </a:xfrm>
      </p:grpSpPr>
      <p:sp>
        <p:nvSpPr>
          <p:cNvPr id="195" name="Google Shape;195;p22"/>
          <p:cNvSpPr>
            <a:spLocks noGrp="1"/>
          </p:cNvSpPr>
          <p:nvPr>
            <p:ph type="pic" idx="2"/>
          </p:nvPr>
        </p:nvSpPr>
        <p:spPr>
          <a:xfrm>
            <a:off x="2456700" y="373175"/>
            <a:ext cx="1515000" cy="1616700"/>
          </a:xfrm>
          <a:prstGeom prst="rect">
            <a:avLst/>
          </a:prstGeom>
          <a:noFill/>
          <a:ln>
            <a:noFill/>
          </a:ln>
        </p:spPr>
      </p:sp>
      <p:sp>
        <p:nvSpPr>
          <p:cNvPr id="196" name="Google Shape;196;p22"/>
          <p:cNvSpPr txBox="1">
            <a:spLocks noGrp="1"/>
          </p:cNvSpPr>
          <p:nvPr>
            <p:ph type="title"/>
          </p:nvPr>
        </p:nvSpPr>
        <p:spPr>
          <a:xfrm>
            <a:off x="2635350" y="2172975"/>
            <a:ext cx="1188600" cy="1524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197" name="Google Shape;197;p22"/>
          <p:cNvSpPr txBox="1">
            <a:spLocks noGrp="1"/>
          </p:cNvSpPr>
          <p:nvPr>
            <p:ph type="body" idx="1"/>
          </p:nvPr>
        </p:nvSpPr>
        <p:spPr>
          <a:xfrm>
            <a:off x="263535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198" name="Google Shape;198;p22"/>
          <p:cNvSpPr txBox="1">
            <a:spLocks noGrp="1"/>
          </p:cNvSpPr>
          <p:nvPr>
            <p:ph type="title" idx="3"/>
          </p:nvPr>
        </p:nvSpPr>
        <p:spPr>
          <a:xfrm>
            <a:off x="263535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199" name="Google Shape;199;p22"/>
          <p:cNvSpPr>
            <a:spLocks noGrp="1"/>
          </p:cNvSpPr>
          <p:nvPr>
            <p:ph type="pic" idx="4"/>
          </p:nvPr>
        </p:nvSpPr>
        <p:spPr>
          <a:xfrm>
            <a:off x="4084738" y="373175"/>
            <a:ext cx="1515000" cy="1616700"/>
          </a:xfrm>
          <a:prstGeom prst="rect">
            <a:avLst/>
          </a:prstGeom>
          <a:noFill/>
          <a:ln>
            <a:noFill/>
          </a:ln>
        </p:spPr>
      </p:sp>
      <p:sp>
        <p:nvSpPr>
          <p:cNvPr id="200" name="Google Shape;200;p22"/>
          <p:cNvSpPr txBox="1">
            <a:spLocks noGrp="1"/>
          </p:cNvSpPr>
          <p:nvPr>
            <p:ph type="title" idx="5"/>
          </p:nvPr>
        </p:nvSpPr>
        <p:spPr>
          <a:xfrm>
            <a:off x="4263388"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01" name="Google Shape;201;p22"/>
          <p:cNvSpPr txBox="1">
            <a:spLocks noGrp="1"/>
          </p:cNvSpPr>
          <p:nvPr>
            <p:ph type="body" idx="6"/>
          </p:nvPr>
        </p:nvSpPr>
        <p:spPr>
          <a:xfrm>
            <a:off x="4263388"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02" name="Google Shape;202;p22"/>
          <p:cNvSpPr txBox="1">
            <a:spLocks noGrp="1"/>
          </p:cNvSpPr>
          <p:nvPr>
            <p:ph type="title" idx="7"/>
          </p:nvPr>
        </p:nvSpPr>
        <p:spPr>
          <a:xfrm>
            <a:off x="4263388"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03" name="Google Shape;203;p22"/>
          <p:cNvSpPr>
            <a:spLocks noGrp="1"/>
          </p:cNvSpPr>
          <p:nvPr>
            <p:ph type="pic" idx="8"/>
          </p:nvPr>
        </p:nvSpPr>
        <p:spPr>
          <a:xfrm>
            <a:off x="5713225" y="373175"/>
            <a:ext cx="1515000" cy="1616700"/>
          </a:xfrm>
          <a:prstGeom prst="rect">
            <a:avLst/>
          </a:prstGeom>
          <a:noFill/>
          <a:ln>
            <a:noFill/>
          </a:ln>
        </p:spPr>
      </p:sp>
      <p:sp>
        <p:nvSpPr>
          <p:cNvPr id="204" name="Google Shape;204;p22"/>
          <p:cNvSpPr txBox="1">
            <a:spLocks noGrp="1"/>
          </p:cNvSpPr>
          <p:nvPr>
            <p:ph type="title" idx="9"/>
          </p:nvPr>
        </p:nvSpPr>
        <p:spPr>
          <a:xfrm>
            <a:off x="5891875"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05" name="Google Shape;205;p22"/>
          <p:cNvSpPr txBox="1">
            <a:spLocks noGrp="1"/>
          </p:cNvSpPr>
          <p:nvPr>
            <p:ph type="body" idx="13"/>
          </p:nvPr>
        </p:nvSpPr>
        <p:spPr>
          <a:xfrm>
            <a:off x="5891875"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06" name="Google Shape;206;p22"/>
          <p:cNvSpPr txBox="1">
            <a:spLocks noGrp="1"/>
          </p:cNvSpPr>
          <p:nvPr>
            <p:ph type="title" idx="14"/>
          </p:nvPr>
        </p:nvSpPr>
        <p:spPr>
          <a:xfrm>
            <a:off x="5891875"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07" name="Google Shape;207;p22"/>
          <p:cNvSpPr>
            <a:spLocks noGrp="1"/>
          </p:cNvSpPr>
          <p:nvPr>
            <p:ph type="pic" idx="15"/>
          </p:nvPr>
        </p:nvSpPr>
        <p:spPr>
          <a:xfrm>
            <a:off x="7341950" y="373175"/>
            <a:ext cx="1515000" cy="1616700"/>
          </a:xfrm>
          <a:prstGeom prst="rect">
            <a:avLst/>
          </a:prstGeom>
          <a:noFill/>
          <a:ln>
            <a:noFill/>
          </a:ln>
        </p:spPr>
      </p:sp>
      <p:sp>
        <p:nvSpPr>
          <p:cNvPr id="208" name="Google Shape;208;p22"/>
          <p:cNvSpPr txBox="1">
            <a:spLocks noGrp="1"/>
          </p:cNvSpPr>
          <p:nvPr>
            <p:ph type="title" idx="16"/>
          </p:nvPr>
        </p:nvSpPr>
        <p:spPr>
          <a:xfrm>
            <a:off x="7520600" y="2172975"/>
            <a:ext cx="1188600" cy="152400"/>
          </a:xfrm>
          <a:prstGeom prst="rect">
            <a:avLst/>
          </a:prstGeom>
        </p:spPr>
        <p:txBody>
          <a:bodyPr spcFirstLastPara="1" wrap="square" lIns="0" tIns="0" rIns="0" bIns="0" anchor="t" anchorCtr="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a:endParaRPr/>
          </a:p>
        </p:txBody>
      </p:sp>
      <p:sp>
        <p:nvSpPr>
          <p:cNvPr id="209" name="Google Shape;209;p22"/>
          <p:cNvSpPr txBox="1">
            <a:spLocks noGrp="1"/>
          </p:cNvSpPr>
          <p:nvPr>
            <p:ph type="body" idx="17"/>
          </p:nvPr>
        </p:nvSpPr>
        <p:spPr>
          <a:xfrm>
            <a:off x="7520600" y="2832368"/>
            <a:ext cx="1161900" cy="1670700"/>
          </a:xfrm>
          <a:prstGeom prst="rect">
            <a:avLst/>
          </a:prstGeom>
        </p:spPr>
        <p:txBody>
          <a:bodyPr spcFirstLastPara="1" wrap="square" lIns="0" tIns="0" rIns="0" bIns="0" anchor="t" anchorCtr="0">
            <a:noAutofit/>
          </a:bodyPr>
          <a:lstStyle>
            <a:lvl1pPr marL="457200" lvl="0" indent="-279400">
              <a:lnSpc>
                <a:spcPct val="115000"/>
              </a:lnSpc>
              <a:spcBef>
                <a:spcPts val="0"/>
              </a:spcBef>
              <a:spcAft>
                <a:spcPts val="0"/>
              </a:spcAft>
              <a:buClr>
                <a:schemeClr val="lt1"/>
              </a:buClr>
              <a:buSzPts val="800"/>
              <a:buFont typeface="Inter"/>
              <a:buChar char="●"/>
              <a:defRPr sz="800"/>
            </a:lvl1pPr>
            <a:lvl2pPr marL="914400" lvl="1" indent="-279400">
              <a:lnSpc>
                <a:spcPct val="115000"/>
              </a:lnSpc>
              <a:spcBef>
                <a:spcPts val="0"/>
              </a:spcBef>
              <a:spcAft>
                <a:spcPts val="0"/>
              </a:spcAft>
              <a:buClr>
                <a:schemeClr val="lt1"/>
              </a:buClr>
              <a:buSzPts val="800"/>
              <a:buFont typeface="Inter"/>
              <a:buChar char="○"/>
              <a:defRPr sz="800"/>
            </a:lvl2pPr>
            <a:lvl3pPr marL="1371600" lvl="2" indent="-279400">
              <a:lnSpc>
                <a:spcPct val="115000"/>
              </a:lnSpc>
              <a:spcBef>
                <a:spcPts val="0"/>
              </a:spcBef>
              <a:spcAft>
                <a:spcPts val="0"/>
              </a:spcAft>
              <a:buClr>
                <a:schemeClr val="lt1"/>
              </a:buClr>
              <a:buSzPts val="800"/>
              <a:buFont typeface="Inter"/>
              <a:buChar char="■"/>
              <a:defRPr sz="800"/>
            </a:lvl3pPr>
            <a:lvl4pPr marL="1828800" lvl="3" indent="-279400">
              <a:lnSpc>
                <a:spcPct val="115000"/>
              </a:lnSpc>
              <a:spcBef>
                <a:spcPts val="0"/>
              </a:spcBef>
              <a:spcAft>
                <a:spcPts val="0"/>
              </a:spcAft>
              <a:buClr>
                <a:schemeClr val="lt1"/>
              </a:buClr>
              <a:buSzPts val="800"/>
              <a:buFont typeface="Inter"/>
              <a:buChar char="●"/>
              <a:defRPr sz="800"/>
            </a:lvl4pPr>
            <a:lvl5pPr marL="2286000" lvl="4" indent="-279400">
              <a:lnSpc>
                <a:spcPct val="115000"/>
              </a:lnSpc>
              <a:spcBef>
                <a:spcPts val="0"/>
              </a:spcBef>
              <a:spcAft>
                <a:spcPts val="0"/>
              </a:spcAft>
              <a:buClr>
                <a:schemeClr val="lt1"/>
              </a:buClr>
              <a:buSzPts val="800"/>
              <a:buFont typeface="Inter"/>
              <a:buChar char="○"/>
              <a:defRPr sz="800"/>
            </a:lvl5pPr>
            <a:lvl6pPr marL="2743200" lvl="5" indent="-279400">
              <a:lnSpc>
                <a:spcPct val="115000"/>
              </a:lnSpc>
              <a:spcBef>
                <a:spcPts val="0"/>
              </a:spcBef>
              <a:spcAft>
                <a:spcPts val="0"/>
              </a:spcAft>
              <a:buClr>
                <a:schemeClr val="lt1"/>
              </a:buClr>
              <a:buSzPts val="800"/>
              <a:buFont typeface="Inter"/>
              <a:buChar char="■"/>
              <a:defRPr sz="800"/>
            </a:lvl6pPr>
            <a:lvl7pPr marL="3200400" lvl="6" indent="-279400">
              <a:lnSpc>
                <a:spcPct val="115000"/>
              </a:lnSpc>
              <a:spcBef>
                <a:spcPts val="0"/>
              </a:spcBef>
              <a:spcAft>
                <a:spcPts val="0"/>
              </a:spcAft>
              <a:buClr>
                <a:schemeClr val="lt1"/>
              </a:buClr>
              <a:buSzPts val="800"/>
              <a:buFont typeface="Inter"/>
              <a:buChar char="●"/>
              <a:defRPr sz="800"/>
            </a:lvl7pPr>
            <a:lvl8pPr marL="3657600" lvl="7" indent="-279400">
              <a:lnSpc>
                <a:spcPct val="115000"/>
              </a:lnSpc>
              <a:spcBef>
                <a:spcPts val="0"/>
              </a:spcBef>
              <a:spcAft>
                <a:spcPts val="0"/>
              </a:spcAft>
              <a:buClr>
                <a:schemeClr val="lt1"/>
              </a:buClr>
              <a:buSzPts val="800"/>
              <a:buFont typeface="Inter"/>
              <a:buChar char="○"/>
              <a:defRPr sz="800"/>
            </a:lvl8pPr>
            <a:lvl9pPr marL="4114800" lvl="8" indent="-279400">
              <a:lnSpc>
                <a:spcPct val="115000"/>
              </a:lnSpc>
              <a:spcBef>
                <a:spcPts val="0"/>
              </a:spcBef>
              <a:spcAft>
                <a:spcPts val="0"/>
              </a:spcAft>
              <a:buClr>
                <a:schemeClr val="lt1"/>
              </a:buClr>
              <a:buSzPts val="800"/>
              <a:buFont typeface="Inter"/>
              <a:buChar char="■"/>
              <a:defRPr sz="800"/>
            </a:lvl9pPr>
          </a:lstStyle>
          <a:p>
            <a:endParaRPr/>
          </a:p>
        </p:txBody>
      </p:sp>
      <p:sp>
        <p:nvSpPr>
          <p:cNvPr id="210" name="Google Shape;210;p22"/>
          <p:cNvSpPr txBox="1">
            <a:spLocks noGrp="1"/>
          </p:cNvSpPr>
          <p:nvPr>
            <p:ph type="title" idx="18"/>
          </p:nvPr>
        </p:nvSpPr>
        <p:spPr>
          <a:xfrm>
            <a:off x="7520600" y="2325375"/>
            <a:ext cx="1188600" cy="2781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a:endParaRPr/>
          </a:p>
        </p:txBody>
      </p:sp>
      <p:sp>
        <p:nvSpPr>
          <p:cNvPr id="211" name="Google Shape;211;p22"/>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12" name="Google Shape;212;p22"/>
          <p:cNvSpPr txBox="1">
            <a:spLocks noGrp="1"/>
          </p:cNvSpPr>
          <p:nvPr>
            <p:ph type="title" idx="19"/>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p22"/>
          <p:cNvSpPr txBox="1">
            <a:spLocks noGrp="1"/>
          </p:cNvSpPr>
          <p:nvPr>
            <p:ph type="title" idx="20"/>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4" name="Google Shape;214;p22"/>
          <p:cNvSpPr txBox="1">
            <a:spLocks noGrp="1"/>
          </p:cNvSpPr>
          <p:nvPr>
            <p:ph type="title" idx="21"/>
          </p:nvPr>
        </p:nvSpPr>
        <p:spPr>
          <a:xfrm>
            <a:off x="283850" y="285900"/>
            <a:ext cx="2055600" cy="12696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image grid and description - Alt 2">
  <p:cSld name="CUSTOM_4">
    <p:spTree>
      <p:nvGrpSpPr>
        <p:cNvPr id="1" name="Shape 215"/>
        <p:cNvGrpSpPr/>
        <p:nvPr/>
      </p:nvGrpSpPr>
      <p:grpSpPr>
        <a:xfrm>
          <a:off x="0" y="0"/>
          <a:ext cx="0" cy="0"/>
          <a:chOff x="0" y="0"/>
          <a:chExt cx="0" cy="0"/>
        </a:xfrm>
      </p:grpSpPr>
      <p:sp>
        <p:nvSpPr>
          <p:cNvPr id="216" name="Google Shape;216;p23"/>
          <p:cNvSpPr txBox="1">
            <a:spLocks noGrp="1"/>
          </p:cNvSpPr>
          <p:nvPr>
            <p:ph type="title"/>
          </p:nvPr>
        </p:nvSpPr>
        <p:spPr>
          <a:xfrm>
            <a:off x="1049249" y="2030625"/>
            <a:ext cx="1902000" cy="243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17" name="Google Shape;217;p23"/>
          <p:cNvSpPr txBox="1">
            <a:spLocks noGrp="1"/>
          </p:cNvSpPr>
          <p:nvPr>
            <p:ph type="body" idx="1"/>
          </p:nvPr>
        </p:nvSpPr>
        <p:spPr>
          <a:xfrm>
            <a:off x="1049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18" name="Google Shape;218;p23"/>
          <p:cNvSpPr txBox="1">
            <a:spLocks noGrp="1"/>
          </p:cNvSpPr>
          <p:nvPr>
            <p:ph type="title" idx="2"/>
          </p:nvPr>
        </p:nvSpPr>
        <p:spPr>
          <a:xfrm>
            <a:off x="1049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19" name="Google Shape;219;p23"/>
          <p:cNvSpPr txBox="1">
            <a:spLocks noGrp="1"/>
          </p:cNvSpPr>
          <p:nvPr>
            <p:ph type="body" idx="3"/>
          </p:nvPr>
        </p:nvSpPr>
        <p:spPr>
          <a:xfrm>
            <a:off x="1049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0" name="Google Shape;220;p23"/>
          <p:cNvSpPr txBox="1">
            <a:spLocks noGrp="1"/>
          </p:cNvSpPr>
          <p:nvPr>
            <p:ph type="title" idx="4"/>
          </p:nvPr>
        </p:nvSpPr>
        <p:spPr>
          <a:xfrm>
            <a:off x="3950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1" name="Google Shape;221;p23"/>
          <p:cNvSpPr txBox="1">
            <a:spLocks noGrp="1"/>
          </p:cNvSpPr>
          <p:nvPr>
            <p:ph type="body" idx="5"/>
          </p:nvPr>
        </p:nvSpPr>
        <p:spPr>
          <a:xfrm>
            <a:off x="3950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2" name="Google Shape;222;p23"/>
          <p:cNvSpPr txBox="1">
            <a:spLocks noGrp="1"/>
          </p:cNvSpPr>
          <p:nvPr>
            <p:ph type="title" idx="6"/>
          </p:nvPr>
        </p:nvSpPr>
        <p:spPr>
          <a:xfrm>
            <a:off x="3950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3" name="Google Shape;223;p23"/>
          <p:cNvSpPr txBox="1">
            <a:spLocks noGrp="1"/>
          </p:cNvSpPr>
          <p:nvPr>
            <p:ph type="body" idx="7"/>
          </p:nvPr>
        </p:nvSpPr>
        <p:spPr>
          <a:xfrm>
            <a:off x="3950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4" name="Google Shape;224;p23"/>
          <p:cNvSpPr txBox="1">
            <a:spLocks noGrp="1"/>
          </p:cNvSpPr>
          <p:nvPr>
            <p:ph type="title" idx="8"/>
          </p:nvPr>
        </p:nvSpPr>
        <p:spPr>
          <a:xfrm>
            <a:off x="6851249" y="20306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5" name="Google Shape;225;p23"/>
          <p:cNvSpPr txBox="1">
            <a:spLocks noGrp="1"/>
          </p:cNvSpPr>
          <p:nvPr>
            <p:ph type="body" idx="9"/>
          </p:nvPr>
        </p:nvSpPr>
        <p:spPr>
          <a:xfrm>
            <a:off x="6851250" y="23968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6" name="Google Shape;226;p23"/>
          <p:cNvSpPr txBox="1">
            <a:spLocks noGrp="1"/>
          </p:cNvSpPr>
          <p:nvPr>
            <p:ph type="title" idx="13"/>
          </p:nvPr>
        </p:nvSpPr>
        <p:spPr>
          <a:xfrm>
            <a:off x="6851249" y="3575325"/>
            <a:ext cx="1902000" cy="243600"/>
          </a:xfrm>
          <a:prstGeom prst="rect">
            <a:avLst/>
          </a:prstGeom>
        </p:spPr>
        <p:txBody>
          <a:bodyPr spcFirstLastPara="1" wrap="square" lIns="0" tIns="0" rIns="0" bIns="0" anchor="t" anchorCtr="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a:endParaRPr/>
          </a:p>
        </p:txBody>
      </p:sp>
      <p:sp>
        <p:nvSpPr>
          <p:cNvPr id="227" name="Google Shape;227;p23"/>
          <p:cNvSpPr txBox="1">
            <a:spLocks noGrp="1"/>
          </p:cNvSpPr>
          <p:nvPr>
            <p:ph type="body" idx="14"/>
          </p:nvPr>
        </p:nvSpPr>
        <p:spPr>
          <a:xfrm>
            <a:off x="6851250" y="3941500"/>
            <a:ext cx="1902000" cy="639600"/>
          </a:xfrm>
          <a:prstGeom prst="rect">
            <a:avLst/>
          </a:prstGeom>
        </p:spPr>
        <p:txBody>
          <a:bodyPr spcFirstLastPara="1" wrap="square" lIns="0" tIns="0" rIns="0" bIns="0" anchor="t" anchorCtr="0">
            <a:noAutofit/>
          </a:bodyPr>
          <a:lstStyle>
            <a:lvl1pPr marL="457200" lvl="0" indent="-279400">
              <a:spcBef>
                <a:spcPts val="0"/>
              </a:spcBef>
              <a:spcAft>
                <a:spcPts val="0"/>
              </a:spcAft>
              <a:buClr>
                <a:schemeClr val="lt1"/>
              </a:buClr>
              <a:buSzPts val="800"/>
              <a:buFont typeface="Inter"/>
              <a:buChar char="●"/>
              <a:defRPr sz="800"/>
            </a:lvl1pPr>
            <a:lvl2pPr marL="914400" lvl="1" indent="-279400">
              <a:spcBef>
                <a:spcPts val="0"/>
              </a:spcBef>
              <a:spcAft>
                <a:spcPts val="0"/>
              </a:spcAft>
              <a:buClr>
                <a:schemeClr val="lt1"/>
              </a:buClr>
              <a:buSzPts val="800"/>
              <a:buFont typeface="Inter"/>
              <a:buChar char="○"/>
              <a:defRPr sz="800"/>
            </a:lvl2pPr>
            <a:lvl3pPr marL="1371600" lvl="2" indent="-279400">
              <a:spcBef>
                <a:spcPts val="0"/>
              </a:spcBef>
              <a:spcAft>
                <a:spcPts val="0"/>
              </a:spcAft>
              <a:buClr>
                <a:schemeClr val="lt1"/>
              </a:buClr>
              <a:buSzPts val="800"/>
              <a:buFont typeface="Inter"/>
              <a:buChar char="■"/>
              <a:defRPr sz="800"/>
            </a:lvl3pPr>
            <a:lvl4pPr marL="1828800" lvl="3" indent="-279400">
              <a:spcBef>
                <a:spcPts val="0"/>
              </a:spcBef>
              <a:spcAft>
                <a:spcPts val="0"/>
              </a:spcAft>
              <a:buClr>
                <a:schemeClr val="lt1"/>
              </a:buClr>
              <a:buSzPts val="800"/>
              <a:buFont typeface="Inter"/>
              <a:buChar char="●"/>
              <a:defRPr sz="800"/>
            </a:lvl4pPr>
            <a:lvl5pPr marL="2286000" lvl="4" indent="-279400">
              <a:spcBef>
                <a:spcPts val="0"/>
              </a:spcBef>
              <a:spcAft>
                <a:spcPts val="0"/>
              </a:spcAft>
              <a:buClr>
                <a:schemeClr val="lt1"/>
              </a:buClr>
              <a:buSzPts val="800"/>
              <a:buFont typeface="Inter"/>
              <a:buChar char="○"/>
              <a:defRPr sz="800"/>
            </a:lvl5pPr>
            <a:lvl6pPr marL="2743200" lvl="5" indent="-279400">
              <a:spcBef>
                <a:spcPts val="0"/>
              </a:spcBef>
              <a:spcAft>
                <a:spcPts val="0"/>
              </a:spcAft>
              <a:buClr>
                <a:schemeClr val="lt1"/>
              </a:buClr>
              <a:buSzPts val="800"/>
              <a:buFont typeface="Inter"/>
              <a:buChar char="■"/>
              <a:defRPr sz="800"/>
            </a:lvl6pPr>
            <a:lvl7pPr marL="3200400" lvl="6" indent="-279400">
              <a:spcBef>
                <a:spcPts val="0"/>
              </a:spcBef>
              <a:spcAft>
                <a:spcPts val="0"/>
              </a:spcAft>
              <a:buClr>
                <a:schemeClr val="lt1"/>
              </a:buClr>
              <a:buSzPts val="800"/>
              <a:buFont typeface="Inter"/>
              <a:buChar char="●"/>
              <a:defRPr sz="800"/>
            </a:lvl7pPr>
            <a:lvl8pPr marL="3657600" lvl="7" indent="-279400">
              <a:spcBef>
                <a:spcPts val="0"/>
              </a:spcBef>
              <a:spcAft>
                <a:spcPts val="0"/>
              </a:spcAft>
              <a:buClr>
                <a:schemeClr val="lt1"/>
              </a:buClr>
              <a:buSzPts val="800"/>
              <a:buFont typeface="Inter"/>
              <a:buChar char="○"/>
              <a:defRPr sz="800"/>
            </a:lvl8pPr>
            <a:lvl9pPr marL="4114800" lvl="8" indent="-279400">
              <a:spcBef>
                <a:spcPts val="0"/>
              </a:spcBef>
              <a:spcAft>
                <a:spcPts val="0"/>
              </a:spcAft>
              <a:buClr>
                <a:schemeClr val="lt1"/>
              </a:buClr>
              <a:buSzPts val="800"/>
              <a:buFont typeface="Inter"/>
              <a:buChar char="■"/>
              <a:defRPr sz="800"/>
            </a:lvl9pPr>
          </a:lstStyle>
          <a:p>
            <a:endParaRPr/>
          </a:p>
        </p:txBody>
      </p:sp>
      <p:sp>
        <p:nvSpPr>
          <p:cNvPr id="228" name="Google Shape;228;p23"/>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29" name="Google Shape;229;p23"/>
          <p:cNvSpPr txBox="1">
            <a:spLocks noGrp="1"/>
          </p:cNvSpPr>
          <p:nvPr>
            <p:ph type="title" idx="15"/>
          </p:nvPr>
        </p:nvSpPr>
        <p:spPr>
          <a:xfrm>
            <a:off x="283850" y="285900"/>
            <a:ext cx="85719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a:endParaRPr/>
          </a:p>
        </p:txBody>
      </p:sp>
      <p:sp>
        <p:nvSpPr>
          <p:cNvPr id="230" name="Google Shape;230;p23"/>
          <p:cNvSpPr>
            <a:spLocks noGrp="1"/>
          </p:cNvSpPr>
          <p:nvPr>
            <p:ph type="pic" idx="16"/>
          </p:nvPr>
        </p:nvSpPr>
        <p:spPr>
          <a:xfrm>
            <a:off x="290325" y="1862825"/>
            <a:ext cx="663000" cy="1271100"/>
          </a:xfrm>
          <a:prstGeom prst="rect">
            <a:avLst/>
          </a:prstGeom>
          <a:noFill/>
          <a:ln>
            <a:noFill/>
          </a:ln>
        </p:spPr>
      </p:sp>
      <p:sp>
        <p:nvSpPr>
          <p:cNvPr id="231" name="Google Shape;231;p23"/>
          <p:cNvSpPr>
            <a:spLocks noGrp="1"/>
          </p:cNvSpPr>
          <p:nvPr>
            <p:ph type="pic" idx="17"/>
          </p:nvPr>
        </p:nvSpPr>
        <p:spPr>
          <a:xfrm>
            <a:off x="290325" y="3407525"/>
            <a:ext cx="663000" cy="1271100"/>
          </a:xfrm>
          <a:prstGeom prst="rect">
            <a:avLst/>
          </a:prstGeom>
          <a:noFill/>
          <a:ln>
            <a:noFill/>
          </a:ln>
        </p:spPr>
      </p:sp>
      <p:sp>
        <p:nvSpPr>
          <p:cNvPr id="232" name="Google Shape;232;p23"/>
          <p:cNvSpPr>
            <a:spLocks noGrp="1"/>
          </p:cNvSpPr>
          <p:nvPr>
            <p:ph type="pic" idx="18"/>
          </p:nvPr>
        </p:nvSpPr>
        <p:spPr>
          <a:xfrm>
            <a:off x="3191325" y="1862825"/>
            <a:ext cx="663000" cy="1271100"/>
          </a:xfrm>
          <a:prstGeom prst="rect">
            <a:avLst/>
          </a:prstGeom>
          <a:noFill/>
          <a:ln>
            <a:noFill/>
          </a:ln>
        </p:spPr>
      </p:sp>
      <p:sp>
        <p:nvSpPr>
          <p:cNvPr id="233" name="Google Shape;233;p23"/>
          <p:cNvSpPr>
            <a:spLocks noGrp="1"/>
          </p:cNvSpPr>
          <p:nvPr>
            <p:ph type="pic" idx="19"/>
          </p:nvPr>
        </p:nvSpPr>
        <p:spPr>
          <a:xfrm>
            <a:off x="3191325" y="3407525"/>
            <a:ext cx="663000" cy="1271100"/>
          </a:xfrm>
          <a:prstGeom prst="rect">
            <a:avLst/>
          </a:prstGeom>
          <a:noFill/>
          <a:ln>
            <a:noFill/>
          </a:ln>
        </p:spPr>
      </p:sp>
      <p:sp>
        <p:nvSpPr>
          <p:cNvPr id="234" name="Google Shape;234;p23"/>
          <p:cNvSpPr>
            <a:spLocks noGrp="1"/>
          </p:cNvSpPr>
          <p:nvPr>
            <p:ph type="pic" idx="20"/>
          </p:nvPr>
        </p:nvSpPr>
        <p:spPr>
          <a:xfrm>
            <a:off x="6092325" y="1862825"/>
            <a:ext cx="663000" cy="1271100"/>
          </a:xfrm>
          <a:prstGeom prst="rect">
            <a:avLst/>
          </a:prstGeom>
          <a:noFill/>
          <a:ln>
            <a:noFill/>
          </a:ln>
        </p:spPr>
      </p:sp>
      <p:sp>
        <p:nvSpPr>
          <p:cNvPr id="235" name="Google Shape;235;p23"/>
          <p:cNvSpPr>
            <a:spLocks noGrp="1"/>
          </p:cNvSpPr>
          <p:nvPr>
            <p:ph type="pic" idx="21"/>
          </p:nvPr>
        </p:nvSpPr>
        <p:spPr>
          <a:xfrm>
            <a:off x="6092325" y="3407525"/>
            <a:ext cx="663000" cy="1271100"/>
          </a:xfrm>
          <a:prstGeom prst="rect">
            <a:avLst/>
          </a:prstGeom>
          <a:noFill/>
          <a:ln>
            <a:noFill/>
          </a:ln>
        </p:spPr>
      </p:sp>
      <p:sp>
        <p:nvSpPr>
          <p:cNvPr id="236" name="Google Shape;236;p23"/>
          <p:cNvSpPr txBox="1">
            <a:spLocks noGrp="1"/>
          </p:cNvSpPr>
          <p:nvPr>
            <p:ph type="title" idx="2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7" name="Google Shape;237;p23"/>
          <p:cNvSpPr txBox="1">
            <a:spLocks noGrp="1"/>
          </p:cNvSpPr>
          <p:nvPr>
            <p:ph type="title" idx="2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image grid and body text">
  <p:cSld name="CUSTOM_2">
    <p:bg>
      <p:bgPr>
        <a:solidFill>
          <a:schemeClr val="lt1"/>
        </a:solidFill>
        <a:effectLst/>
      </p:bgPr>
    </p:bg>
    <p:spTree>
      <p:nvGrpSpPr>
        <p:cNvPr id="1" name="Shape 238"/>
        <p:cNvGrpSpPr/>
        <p:nvPr/>
      </p:nvGrpSpPr>
      <p:grpSpPr>
        <a:xfrm>
          <a:off x="0" y="0"/>
          <a:ext cx="0" cy="0"/>
          <a:chOff x="0" y="0"/>
          <a:chExt cx="0" cy="0"/>
        </a:xfrm>
      </p:grpSpPr>
      <p:sp>
        <p:nvSpPr>
          <p:cNvPr id="239" name="Google Shape;239;p24"/>
          <p:cNvSpPr>
            <a:spLocks noGrp="1"/>
          </p:cNvSpPr>
          <p:nvPr>
            <p:ph type="pic" idx="2"/>
          </p:nvPr>
        </p:nvSpPr>
        <p:spPr>
          <a:xfrm>
            <a:off x="3186000" y="3242875"/>
            <a:ext cx="2798100" cy="1440600"/>
          </a:xfrm>
          <a:prstGeom prst="rect">
            <a:avLst/>
          </a:prstGeom>
          <a:noFill/>
          <a:ln>
            <a:noFill/>
          </a:ln>
        </p:spPr>
      </p:sp>
      <p:sp>
        <p:nvSpPr>
          <p:cNvPr id="240" name="Google Shape;240;p24"/>
          <p:cNvSpPr>
            <a:spLocks noGrp="1"/>
          </p:cNvSpPr>
          <p:nvPr>
            <p:ph type="pic" idx="3"/>
          </p:nvPr>
        </p:nvSpPr>
        <p:spPr>
          <a:xfrm>
            <a:off x="5984100" y="3242875"/>
            <a:ext cx="1440600" cy="1440600"/>
          </a:xfrm>
          <a:prstGeom prst="rect">
            <a:avLst/>
          </a:prstGeom>
          <a:noFill/>
          <a:ln>
            <a:noFill/>
          </a:ln>
        </p:spPr>
      </p:sp>
      <p:sp>
        <p:nvSpPr>
          <p:cNvPr id="241" name="Google Shape;241;p24"/>
          <p:cNvSpPr>
            <a:spLocks noGrp="1"/>
          </p:cNvSpPr>
          <p:nvPr>
            <p:ph type="pic" idx="4"/>
          </p:nvPr>
        </p:nvSpPr>
        <p:spPr>
          <a:xfrm>
            <a:off x="7412150" y="1440350"/>
            <a:ext cx="1441500" cy="3243000"/>
          </a:xfrm>
          <a:prstGeom prst="rect">
            <a:avLst/>
          </a:prstGeom>
          <a:noFill/>
          <a:ln>
            <a:noFill/>
          </a:ln>
        </p:spPr>
      </p:sp>
      <p:sp>
        <p:nvSpPr>
          <p:cNvPr id="242" name="Google Shape;242;p24"/>
          <p:cNvSpPr>
            <a:spLocks noGrp="1"/>
          </p:cNvSpPr>
          <p:nvPr>
            <p:ph type="pic" idx="5"/>
          </p:nvPr>
        </p:nvSpPr>
        <p:spPr>
          <a:xfrm>
            <a:off x="7412150" y="0"/>
            <a:ext cx="1441500" cy="1440600"/>
          </a:xfrm>
          <a:prstGeom prst="rect">
            <a:avLst/>
          </a:prstGeom>
          <a:noFill/>
          <a:ln>
            <a:noFill/>
          </a:ln>
        </p:spPr>
      </p:sp>
      <p:sp>
        <p:nvSpPr>
          <p:cNvPr id="243" name="Google Shape;243;p24"/>
          <p:cNvSpPr>
            <a:spLocks noGrp="1"/>
          </p:cNvSpPr>
          <p:nvPr>
            <p:ph type="pic" idx="6"/>
          </p:nvPr>
        </p:nvSpPr>
        <p:spPr>
          <a:xfrm>
            <a:off x="3184850" y="0"/>
            <a:ext cx="4227300" cy="3243000"/>
          </a:xfrm>
          <a:prstGeom prst="rect">
            <a:avLst/>
          </a:prstGeom>
          <a:noFill/>
          <a:ln>
            <a:noFill/>
          </a:ln>
        </p:spPr>
      </p:sp>
      <p:sp>
        <p:nvSpPr>
          <p:cNvPr id="244" name="Google Shape;244;p24"/>
          <p:cNvSpPr txBox="1">
            <a:spLocks noGrp="1"/>
          </p:cNvSpPr>
          <p:nvPr>
            <p:ph type="sldNum" idx="12"/>
          </p:nvPr>
        </p:nvSpPr>
        <p:spPr>
          <a:xfrm>
            <a:off x="8308150" y="4782125"/>
            <a:ext cx="548700" cy="76200"/>
          </a:xfrm>
          <a:prstGeom prst="rect">
            <a:avLst/>
          </a:prstGeom>
        </p:spPr>
        <p:txBody>
          <a:bodyPr spcFirstLastPara="1" wrap="square" lIns="0" tIns="0" rIns="0" bIns="0" anchor="ctr" anchorCtr="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45" name="Google Shape;245;p24"/>
          <p:cNvSpPr txBox="1">
            <a:spLocks noGrp="1"/>
          </p:cNvSpPr>
          <p:nvPr>
            <p:ph type="sldNum" idx="7"/>
          </p:nvPr>
        </p:nvSpPr>
        <p:spPr>
          <a:xfrm>
            <a:off x="8308150" y="4782125"/>
            <a:ext cx="548700" cy="76200"/>
          </a:xfrm>
          <a:prstGeom prst="rect">
            <a:avLst/>
          </a:prstGeom>
        </p:spPr>
        <p:txBody>
          <a:bodyPr spcFirstLastPara="1" wrap="square" lIns="0" tIns="0" rIns="0" bIns="0" anchor="ctr" anchorCtr="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marL="0" lvl="0" indent="0" algn="r" rtl="0">
              <a:spcBef>
                <a:spcPts val="0"/>
              </a:spcBef>
              <a:spcAft>
                <a:spcPts val="0"/>
              </a:spcAft>
              <a:buNone/>
            </a:pPr>
            <a:fld id="{00000000-1234-1234-1234-123412341234}" type="slidenum">
              <a:rPr lang="en"/>
              <a:t>‹#›</a:t>
            </a:fld>
            <a:endParaRPr/>
          </a:p>
        </p:txBody>
      </p:sp>
      <p:sp>
        <p:nvSpPr>
          <p:cNvPr id="246" name="Google Shape;246;p24"/>
          <p:cNvSpPr txBox="1">
            <a:spLocks noGrp="1"/>
          </p:cNvSpPr>
          <p:nvPr>
            <p:ph type="title"/>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47" name="Google Shape;247;p24"/>
          <p:cNvSpPr txBox="1">
            <a:spLocks noGrp="1"/>
          </p:cNvSpPr>
          <p:nvPr>
            <p:ph type="title" idx="8"/>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a:endParaRPr/>
          </a:p>
        </p:txBody>
      </p:sp>
      <p:sp>
        <p:nvSpPr>
          <p:cNvPr id="248" name="Google Shape;248;p24"/>
          <p:cNvSpPr txBox="1">
            <a:spLocks noGrp="1"/>
          </p:cNvSpPr>
          <p:nvPr>
            <p:ph type="title" idx="9"/>
          </p:nvPr>
        </p:nvSpPr>
        <p:spPr>
          <a:xfrm>
            <a:off x="283850" y="285900"/>
            <a:ext cx="2773200" cy="816300"/>
          </a:xfrm>
          <a:prstGeom prst="rect">
            <a:avLst/>
          </a:prstGeom>
        </p:spPr>
        <p:txBody>
          <a:bodyPr spcFirstLastPara="1" wrap="square" lIns="0" tIns="0" rIns="0" bIns="0" anchor="t" anchorCtr="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a:endParaRPr/>
          </a:p>
        </p:txBody>
      </p:sp>
      <p:sp>
        <p:nvSpPr>
          <p:cNvPr id="249" name="Google Shape;249;p24"/>
          <p:cNvSpPr txBox="1">
            <a:spLocks noGrp="1"/>
          </p:cNvSpPr>
          <p:nvPr>
            <p:ph type="body" idx="1"/>
          </p:nvPr>
        </p:nvSpPr>
        <p:spPr>
          <a:xfrm>
            <a:off x="283850" y="2636275"/>
            <a:ext cx="2767200" cy="2046300"/>
          </a:xfrm>
          <a:prstGeom prst="rect">
            <a:avLst/>
          </a:prstGeom>
        </p:spPr>
        <p:txBody>
          <a:bodyPr spcFirstLastPara="1" wrap="square" lIns="0" tIns="0" rIns="0" bIns="0" anchor="b" anchorCtr="0">
            <a:noAutofit/>
          </a:bodyPr>
          <a:lstStyle>
            <a:lvl1pPr marL="457200" lvl="0" indent="-292100">
              <a:spcBef>
                <a:spcPts val="0"/>
              </a:spcBef>
              <a:spcAft>
                <a:spcPts val="0"/>
              </a:spcAft>
              <a:buClr>
                <a:schemeClr val="dk1"/>
              </a:buClr>
              <a:buSzPts val="1000"/>
              <a:buFont typeface="Inter"/>
              <a:buChar char="●"/>
              <a:defRPr sz="1000">
                <a:solidFill>
                  <a:schemeClr val="dk1"/>
                </a:solidFill>
              </a:defRPr>
            </a:lvl1pPr>
            <a:lvl2pPr marL="914400" lvl="1" indent="-292100">
              <a:spcBef>
                <a:spcPts val="0"/>
              </a:spcBef>
              <a:spcAft>
                <a:spcPts val="0"/>
              </a:spcAft>
              <a:buClr>
                <a:schemeClr val="dk1"/>
              </a:buClr>
              <a:buSzPts val="1000"/>
              <a:buFont typeface="Inter"/>
              <a:buChar char="○"/>
              <a:defRPr sz="1000">
                <a:solidFill>
                  <a:schemeClr val="dk1"/>
                </a:solidFill>
              </a:defRPr>
            </a:lvl2pPr>
            <a:lvl3pPr marL="1371600" lvl="2" indent="-292100">
              <a:spcBef>
                <a:spcPts val="0"/>
              </a:spcBef>
              <a:spcAft>
                <a:spcPts val="0"/>
              </a:spcAft>
              <a:buClr>
                <a:schemeClr val="dk1"/>
              </a:buClr>
              <a:buSzPts val="1000"/>
              <a:buFont typeface="Inter"/>
              <a:buChar char="■"/>
              <a:defRPr sz="1000">
                <a:solidFill>
                  <a:schemeClr val="dk1"/>
                </a:solidFill>
              </a:defRPr>
            </a:lvl3pPr>
            <a:lvl4pPr marL="1828800" lvl="3" indent="-292100">
              <a:spcBef>
                <a:spcPts val="0"/>
              </a:spcBef>
              <a:spcAft>
                <a:spcPts val="0"/>
              </a:spcAft>
              <a:buClr>
                <a:schemeClr val="dk1"/>
              </a:buClr>
              <a:buSzPts val="1000"/>
              <a:buFont typeface="Inter"/>
              <a:buChar char="●"/>
              <a:defRPr sz="1000">
                <a:solidFill>
                  <a:schemeClr val="dk1"/>
                </a:solidFill>
              </a:defRPr>
            </a:lvl4pPr>
            <a:lvl5pPr marL="2286000" lvl="4" indent="-292100">
              <a:spcBef>
                <a:spcPts val="0"/>
              </a:spcBef>
              <a:spcAft>
                <a:spcPts val="0"/>
              </a:spcAft>
              <a:buClr>
                <a:schemeClr val="dk1"/>
              </a:buClr>
              <a:buSzPts val="1000"/>
              <a:buFont typeface="Inter"/>
              <a:buChar char="○"/>
              <a:defRPr sz="1000">
                <a:solidFill>
                  <a:schemeClr val="dk1"/>
                </a:solidFill>
              </a:defRPr>
            </a:lvl5pPr>
            <a:lvl6pPr marL="2743200" lvl="5" indent="-292100">
              <a:spcBef>
                <a:spcPts val="0"/>
              </a:spcBef>
              <a:spcAft>
                <a:spcPts val="0"/>
              </a:spcAft>
              <a:buClr>
                <a:schemeClr val="dk1"/>
              </a:buClr>
              <a:buSzPts val="1000"/>
              <a:buFont typeface="Inter"/>
              <a:buChar char="■"/>
              <a:defRPr sz="1000">
                <a:solidFill>
                  <a:schemeClr val="dk1"/>
                </a:solidFill>
              </a:defRPr>
            </a:lvl6pPr>
            <a:lvl7pPr marL="3200400" lvl="6" indent="-292100">
              <a:spcBef>
                <a:spcPts val="0"/>
              </a:spcBef>
              <a:spcAft>
                <a:spcPts val="0"/>
              </a:spcAft>
              <a:buClr>
                <a:schemeClr val="dk1"/>
              </a:buClr>
              <a:buSzPts val="1000"/>
              <a:buFont typeface="Inter"/>
              <a:buChar char="●"/>
              <a:defRPr sz="1000">
                <a:solidFill>
                  <a:schemeClr val="dk1"/>
                </a:solidFill>
              </a:defRPr>
            </a:lvl7pPr>
            <a:lvl8pPr marL="3657600" lvl="7" indent="-292100">
              <a:spcBef>
                <a:spcPts val="0"/>
              </a:spcBef>
              <a:spcAft>
                <a:spcPts val="0"/>
              </a:spcAft>
              <a:buClr>
                <a:schemeClr val="dk1"/>
              </a:buClr>
              <a:buSzPts val="1000"/>
              <a:buFont typeface="Inter"/>
              <a:buChar char="○"/>
              <a:defRPr sz="1000">
                <a:solidFill>
                  <a:schemeClr val="dk1"/>
                </a:solidFill>
              </a:defRPr>
            </a:lvl8pPr>
            <a:lvl9pPr marL="4114800" lvl="8" indent="-292100">
              <a:spcBef>
                <a:spcPts val="0"/>
              </a:spcBef>
              <a:spcAft>
                <a:spcPts val="0"/>
              </a:spcAft>
              <a:buClr>
                <a:schemeClr val="dk1"/>
              </a:buClr>
              <a:buSzPts val="1000"/>
              <a:buFont typeface="Inter"/>
              <a:buChar char="■"/>
              <a:defRPr sz="1000">
                <a:solidFill>
                  <a:schemeClr val="dk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Cover">
  <p:cSld name="BLANK_4">
    <p:bg>
      <p:bgPr>
        <a:solidFill>
          <a:schemeClr val="accent1"/>
        </a:solidFill>
        <a:effectLst/>
      </p:bgPr>
    </p:bg>
    <p:spTree>
      <p:nvGrpSpPr>
        <p:cNvPr id="1" name="Shape 250"/>
        <p:cNvGrpSpPr/>
        <p:nvPr/>
      </p:nvGrpSpPr>
      <p:grpSpPr>
        <a:xfrm>
          <a:off x="0" y="0"/>
          <a:ext cx="0" cy="0"/>
          <a:chOff x="0" y="0"/>
          <a:chExt cx="0" cy="0"/>
        </a:xfrm>
      </p:grpSpPr>
      <p:sp>
        <p:nvSpPr>
          <p:cNvPr id="251" name="Google Shape;251;p25"/>
          <p:cNvSpPr/>
          <p:nvPr/>
        </p:nvSpPr>
        <p:spPr>
          <a:xfrm>
            <a:off x="5283375" y="285900"/>
            <a:ext cx="3573485" cy="3573485"/>
          </a:xfrm>
          <a:custGeom>
            <a:avLst/>
            <a:gdLst/>
            <a:ahLst/>
            <a:cxnLst/>
            <a:rect l="l" t="t" r="r" b="b"/>
            <a:pathLst>
              <a:path w="32645" h="32645" extrusionOk="0">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latin typeface="Inter"/>
              <a:ea typeface="Inter"/>
              <a:cs typeface="Inter"/>
              <a:sym typeface="Inter"/>
            </a:endParaRPr>
          </a:p>
        </p:txBody>
      </p:sp>
      <p:sp>
        <p:nvSpPr>
          <p:cNvPr id="252" name="Google Shape;252;p25"/>
          <p:cNvSpPr txBox="1">
            <a:spLocks noGrp="1"/>
          </p:cNvSpPr>
          <p:nvPr>
            <p:ph type="title"/>
          </p:nvPr>
        </p:nvSpPr>
        <p:spPr>
          <a:xfrm>
            <a:off x="283850" y="224410"/>
            <a:ext cx="6683700" cy="1236900"/>
          </a:xfrm>
          <a:prstGeom prst="rect">
            <a:avLst/>
          </a:prstGeom>
        </p:spPr>
        <p:txBody>
          <a:bodyPr spcFirstLastPara="1" wrap="square" lIns="0" tIns="91425" rIns="91425" bIns="91425" anchor="t" anchorCtr="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a:endParaRPr/>
          </a:p>
        </p:txBody>
      </p:sp>
      <p:sp>
        <p:nvSpPr>
          <p:cNvPr id="253" name="Google Shape;253;p25"/>
          <p:cNvSpPr txBox="1">
            <a:spLocks noGrp="1"/>
          </p:cNvSpPr>
          <p:nvPr>
            <p:ph type="sldNum" idx="12"/>
          </p:nvPr>
        </p:nvSpPr>
        <p:spPr>
          <a:xfrm>
            <a:off x="8308150" y="4782125"/>
            <a:ext cx="548700" cy="76200"/>
          </a:xfrm>
          <a:prstGeom prst="rect">
            <a:avLst/>
          </a:prstGeom>
        </p:spPr>
        <p:txBody>
          <a:bodyPr spcFirstLastPara="1" wrap="square" lIns="0" tIns="0" rIns="0" bIns="0"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54" name="Google Shape;254;p25"/>
          <p:cNvSpPr txBox="1">
            <a:spLocks noGrp="1"/>
          </p:cNvSpPr>
          <p:nvPr>
            <p:ph type="title" idx="2"/>
          </p:nvPr>
        </p:nvSpPr>
        <p:spPr>
          <a:xfrm>
            <a:off x="462975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5" name="Google Shape;255;p25"/>
          <p:cNvSpPr txBox="1">
            <a:spLocks noGrp="1"/>
          </p:cNvSpPr>
          <p:nvPr>
            <p:ph type="title" idx="3"/>
          </p:nvPr>
        </p:nvSpPr>
        <p:spPr>
          <a:xfrm>
            <a:off x="6086100" y="4778975"/>
            <a:ext cx="1328400" cy="76200"/>
          </a:xfrm>
          <a:prstGeom prst="rect">
            <a:avLst/>
          </a:prstGeom>
        </p:spPr>
        <p:txBody>
          <a:bodyPr spcFirstLastPara="1" wrap="square" lIns="0" tIns="0" rIns="0" bIns="0" anchor="ctr" anchorCtr="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25"/>
          <p:cNvSpPr txBox="1">
            <a:spLocks noGrp="1"/>
          </p:cNvSpPr>
          <p:nvPr>
            <p:ph type="title" idx="4"/>
          </p:nvPr>
        </p:nvSpPr>
        <p:spPr>
          <a:xfrm>
            <a:off x="288625" y="4778975"/>
            <a:ext cx="4227300" cy="76200"/>
          </a:xfrm>
          <a:prstGeom prst="rect">
            <a:avLst/>
          </a:prstGeom>
        </p:spPr>
        <p:txBody>
          <a:bodyPr spcFirstLastPara="1" wrap="square" lIns="0" tIns="0" rIns="0" bIns="0" anchor="ctr" anchorCtr="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57"/>
        <p:cNvGrpSpPr/>
        <p:nvPr/>
      </p:nvGrpSpPr>
      <p:grpSpPr>
        <a:xfrm>
          <a:off x="0" y="0"/>
          <a:ext cx="0" cy="0"/>
          <a:chOff x="0" y="0"/>
          <a:chExt cx="0" cy="0"/>
        </a:xfrm>
      </p:grpSpPr>
      <p:sp>
        <p:nvSpPr>
          <p:cNvPr id="258" name="Google Shape;258;p26"/>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259" name="Google Shape;259;p26"/>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260"/>
        <p:cNvGrpSpPr/>
        <p:nvPr/>
      </p:nvGrpSpPr>
      <p:grpSpPr>
        <a:xfrm>
          <a:off x="0" y="0"/>
          <a:ext cx="0" cy="0"/>
          <a:chOff x="0" y="0"/>
          <a:chExt cx="0" cy="0"/>
        </a:xfrm>
      </p:grpSpPr>
      <p:sp>
        <p:nvSpPr>
          <p:cNvPr id="261" name="Google Shape;261;p27"/>
          <p:cNvSpPr txBox="1">
            <a:spLocks noGrp="1"/>
          </p:cNvSpPr>
          <p:nvPr>
            <p:ph type="title"/>
          </p:nvPr>
        </p:nvSpPr>
        <p:spPr>
          <a:xfrm>
            <a:off x="311700" y="2150850"/>
            <a:ext cx="8520600" cy="841800"/>
          </a:xfrm>
          <a:prstGeom prst="rect">
            <a:avLst/>
          </a:prstGeom>
        </p:spPr>
        <p:txBody>
          <a:bodyPr spcFirstLastPara="1" wrap="square" lIns="0" tIns="0" rIns="0" bIns="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262"/>
        <p:cNvGrpSpPr/>
        <p:nvPr/>
      </p:nvGrpSpPr>
      <p:grpSpPr>
        <a:xfrm>
          <a:off x="0" y="0"/>
          <a:ext cx="0" cy="0"/>
          <a:chOff x="0" y="0"/>
          <a:chExt cx="0" cy="0"/>
        </a:xfrm>
      </p:grpSpPr>
      <p:sp>
        <p:nvSpPr>
          <p:cNvPr id="263" name="Google Shape;263;p28"/>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4" name="Google Shape;264;p2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265"/>
        <p:cNvGrpSpPr/>
        <p:nvPr/>
      </p:nvGrpSpPr>
      <p:grpSpPr>
        <a:xfrm>
          <a:off x="0" y="0"/>
          <a:ext cx="0" cy="0"/>
          <a:chOff x="0" y="0"/>
          <a:chExt cx="0" cy="0"/>
        </a:xfrm>
      </p:grpSpPr>
      <p:sp>
        <p:nvSpPr>
          <p:cNvPr id="266" name="Google Shape;266;p29"/>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67" name="Google Shape;267;p29"/>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68" name="Google Shape;268;p29"/>
          <p:cNvSpPr txBox="1">
            <a:spLocks noGrp="1"/>
          </p:cNvSpPr>
          <p:nvPr>
            <p:ph type="body" idx="2"/>
          </p:nvPr>
        </p:nvSpPr>
        <p:spPr>
          <a:xfrm>
            <a:off x="4832400" y="1152475"/>
            <a:ext cx="3999900" cy="34164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69"/>
        <p:cNvGrpSpPr/>
        <p:nvPr/>
      </p:nvGrpSpPr>
      <p:grpSpPr>
        <a:xfrm>
          <a:off x="0" y="0"/>
          <a:ext cx="0" cy="0"/>
          <a:chOff x="0" y="0"/>
          <a:chExt cx="0" cy="0"/>
        </a:xfrm>
      </p:grpSpPr>
      <p:sp>
        <p:nvSpPr>
          <p:cNvPr id="270" name="Google Shape;270;p30"/>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271"/>
        <p:cNvGrpSpPr/>
        <p:nvPr/>
      </p:nvGrpSpPr>
      <p:grpSpPr>
        <a:xfrm>
          <a:off x="0" y="0"/>
          <a:ext cx="0" cy="0"/>
          <a:chOff x="0" y="0"/>
          <a:chExt cx="0" cy="0"/>
        </a:xfrm>
      </p:grpSpPr>
      <p:sp>
        <p:nvSpPr>
          <p:cNvPr id="272" name="Google Shape;272;p31"/>
          <p:cNvSpPr txBox="1">
            <a:spLocks noGrp="1"/>
          </p:cNvSpPr>
          <p:nvPr>
            <p:ph type="title"/>
          </p:nvPr>
        </p:nvSpPr>
        <p:spPr>
          <a:xfrm>
            <a:off x="311700" y="555600"/>
            <a:ext cx="2808000" cy="755700"/>
          </a:xfrm>
          <a:prstGeom prst="rect">
            <a:avLst/>
          </a:prstGeom>
        </p:spPr>
        <p:txBody>
          <a:bodyPr spcFirstLastPara="1" wrap="square" lIns="0" tIns="0" rIns="0" bIns="0"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273" name="Google Shape;273;p31"/>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274"/>
        <p:cNvGrpSpPr/>
        <p:nvPr/>
      </p:nvGrpSpPr>
      <p:grpSpPr>
        <a:xfrm>
          <a:off x="0" y="0"/>
          <a:ext cx="0" cy="0"/>
          <a:chOff x="0" y="0"/>
          <a:chExt cx="0" cy="0"/>
        </a:xfrm>
      </p:grpSpPr>
      <p:sp>
        <p:nvSpPr>
          <p:cNvPr id="275" name="Google Shape;275;p32"/>
          <p:cNvSpPr txBox="1">
            <a:spLocks noGrp="1"/>
          </p:cNvSpPr>
          <p:nvPr>
            <p:ph type="title"/>
          </p:nvPr>
        </p:nvSpPr>
        <p:spPr>
          <a:xfrm>
            <a:off x="490250" y="450150"/>
            <a:ext cx="6367800" cy="4090800"/>
          </a:xfrm>
          <a:prstGeom prst="rect">
            <a:avLst/>
          </a:prstGeom>
        </p:spPr>
        <p:txBody>
          <a:bodyPr spcFirstLastPara="1" wrap="square" lIns="0" tIns="0" rIns="0" bIns="0"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276"/>
        <p:cNvGrpSpPr/>
        <p:nvPr/>
      </p:nvGrpSpPr>
      <p:grpSpPr>
        <a:xfrm>
          <a:off x="0" y="0"/>
          <a:ext cx="0" cy="0"/>
          <a:chOff x="0" y="0"/>
          <a:chExt cx="0" cy="0"/>
        </a:xfrm>
      </p:grpSpPr>
      <p:sp>
        <p:nvSpPr>
          <p:cNvPr id="277" name="Google Shape;277;p33"/>
          <p:cNvSpPr txBox="1">
            <a:spLocks noGrp="1"/>
          </p:cNvSpPr>
          <p:nvPr>
            <p:ph type="title"/>
          </p:nvPr>
        </p:nvSpPr>
        <p:spPr>
          <a:xfrm>
            <a:off x="265500" y="1233175"/>
            <a:ext cx="4045200" cy="1482300"/>
          </a:xfrm>
          <a:prstGeom prst="rect">
            <a:avLst/>
          </a:prstGeom>
        </p:spPr>
        <p:txBody>
          <a:bodyPr spcFirstLastPara="1" wrap="square" lIns="0" tIns="0" rIns="0" bIns="0"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278" name="Google Shape;278;p33"/>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279" name="Google Shape;279;p33"/>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280"/>
        <p:cNvGrpSpPr/>
        <p:nvPr/>
      </p:nvGrpSpPr>
      <p:grpSpPr>
        <a:xfrm>
          <a:off x="0" y="0"/>
          <a:ext cx="0" cy="0"/>
          <a:chOff x="0" y="0"/>
          <a:chExt cx="0" cy="0"/>
        </a:xfrm>
      </p:grpSpPr>
      <p:sp>
        <p:nvSpPr>
          <p:cNvPr id="281" name="Google Shape;281;p34"/>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282"/>
        <p:cNvGrpSpPr/>
        <p:nvPr/>
      </p:nvGrpSpPr>
      <p:grpSpPr>
        <a:xfrm>
          <a:off x="0" y="0"/>
          <a:ext cx="0" cy="0"/>
          <a:chOff x="0" y="0"/>
          <a:chExt cx="0" cy="0"/>
        </a:xfrm>
      </p:grpSpPr>
      <p:sp>
        <p:nvSpPr>
          <p:cNvPr id="283" name="Google Shape;283;p35"/>
          <p:cNvSpPr txBox="1">
            <a:spLocks noGrp="1"/>
          </p:cNvSpPr>
          <p:nvPr>
            <p:ph type="title" hasCustomPrompt="1"/>
          </p:nvPr>
        </p:nvSpPr>
        <p:spPr>
          <a:xfrm>
            <a:off x="311700" y="1106125"/>
            <a:ext cx="8520600" cy="19635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84" name="Google Shape;284;p35"/>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285"/>
        <p:cNvGrpSpPr/>
        <p:nvPr/>
      </p:nvGrpSpPr>
      <p:grpSpPr>
        <a:xfrm>
          <a:off x="0" y="0"/>
          <a:ext cx="0" cy="0"/>
          <a:chOff x="0" y="0"/>
          <a:chExt cx="0" cy="0"/>
        </a:xfrm>
      </p:grpSpPr>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286"/>
        <p:cNvGrpSpPr/>
        <p:nvPr/>
      </p:nvGrpSpPr>
      <p:grpSpPr>
        <a:xfrm>
          <a:off x="0" y="0"/>
          <a:ext cx="0" cy="0"/>
          <a:chOff x="0" y="0"/>
          <a:chExt cx="0" cy="0"/>
        </a:xfrm>
      </p:grpSpPr>
      <p:sp>
        <p:nvSpPr>
          <p:cNvPr id="287" name="Google Shape;287;p37"/>
          <p:cNvSpPr txBox="1">
            <a:spLocks noGrp="1"/>
          </p:cNvSpPr>
          <p:nvPr>
            <p:ph type="title"/>
          </p:nvPr>
        </p:nvSpPr>
        <p:spPr>
          <a:xfrm>
            <a:off x="677325" y="1832775"/>
            <a:ext cx="3217200" cy="1484100"/>
          </a:xfrm>
          <a:prstGeom prst="rect">
            <a:avLst/>
          </a:prstGeom>
        </p:spPr>
        <p:txBody>
          <a:bodyPr spcFirstLastPara="1" wrap="square" lIns="0" tIns="0" rIns="0" bIns="0" anchor="ctr" anchorCtr="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8" name="Google Shape;288;p37"/>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89" name="Google Shape;289;p37"/>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0" name="Google Shape;290;p37"/>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1" name="Google Shape;291;p37"/>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2" name="Google Shape;292;p37"/>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293" name="Google Shape;293;p37"/>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294"/>
        <p:cNvGrpSpPr/>
        <p:nvPr/>
      </p:nvGrpSpPr>
      <p:grpSpPr>
        <a:xfrm>
          <a:off x="0" y="0"/>
          <a:ext cx="0" cy="0"/>
          <a:chOff x="0" y="0"/>
          <a:chExt cx="0" cy="0"/>
        </a:xfrm>
      </p:grpSpPr>
      <p:sp>
        <p:nvSpPr>
          <p:cNvPr id="295" name="Google Shape;295;p38"/>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38"/>
          <p:cNvSpPr txBox="1">
            <a:spLocks noGrp="1"/>
          </p:cNvSpPr>
          <p:nvPr>
            <p:ph type="body" idx="1"/>
          </p:nvPr>
        </p:nvSpPr>
        <p:spPr>
          <a:xfrm>
            <a:off x="311700" y="1152475"/>
            <a:ext cx="4473900" cy="34164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297" name="Google Shape;297;p38"/>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298"/>
        <p:cNvGrpSpPr/>
        <p:nvPr/>
      </p:nvGrpSpPr>
      <p:grpSpPr>
        <a:xfrm>
          <a:off x="0" y="0"/>
          <a:ext cx="0" cy="0"/>
          <a:chOff x="0" y="0"/>
          <a:chExt cx="0" cy="0"/>
        </a:xfrm>
      </p:grpSpPr>
      <p:sp>
        <p:nvSpPr>
          <p:cNvPr id="299" name="Google Shape;299;p39"/>
          <p:cNvSpPr txBox="1">
            <a:spLocks noGrp="1"/>
          </p:cNvSpPr>
          <p:nvPr>
            <p:ph type="title"/>
          </p:nvPr>
        </p:nvSpPr>
        <p:spPr>
          <a:xfrm>
            <a:off x="483175"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00" name="Google Shape;300;p39"/>
          <p:cNvSpPr txBox="1">
            <a:spLocks noGrp="1"/>
          </p:cNvSpPr>
          <p:nvPr>
            <p:ph type="body" idx="1"/>
          </p:nvPr>
        </p:nvSpPr>
        <p:spPr>
          <a:xfrm>
            <a:off x="483150" y="2237788"/>
            <a:ext cx="36198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1" name="Google Shape;301;p39"/>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2" name="Google Shape;302;p39"/>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3" name="Google Shape;303;p39"/>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304"/>
        <p:cNvGrpSpPr/>
        <p:nvPr/>
      </p:nvGrpSpPr>
      <p:grpSpPr>
        <a:xfrm>
          <a:off x="0" y="0"/>
          <a:ext cx="0" cy="0"/>
          <a:chOff x="0" y="0"/>
          <a:chExt cx="0" cy="0"/>
        </a:xfrm>
      </p:grpSpPr>
      <p:sp>
        <p:nvSpPr>
          <p:cNvPr id="305" name="Google Shape;305;p40"/>
          <p:cNvSpPr txBox="1">
            <a:spLocks noGrp="1"/>
          </p:cNvSpPr>
          <p:nvPr>
            <p:ph type="body" idx="1"/>
          </p:nvPr>
        </p:nvSpPr>
        <p:spPr>
          <a:xfrm>
            <a:off x="483175" y="2417500"/>
            <a:ext cx="2455500" cy="23736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6" name="Google Shape;306;p40"/>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07" name="Google Shape;307;p40"/>
          <p:cNvSpPr txBox="1">
            <a:spLocks noGrp="1"/>
          </p:cNvSpPr>
          <p:nvPr>
            <p:ph type="title"/>
          </p:nvPr>
        </p:nvSpPr>
        <p:spPr>
          <a:xfrm>
            <a:off x="483175" y="450025"/>
            <a:ext cx="8184600" cy="758100"/>
          </a:xfrm>
          <a:prstGeom prst="rect">
            <a:avLst/>
          </a:prstGeom>
        </p:spPr>
        <p:txBody>
          <a:bodyPr spcFirstLastPara="1" wrap="square" lIns="0" tIns="0" rIns="0" bIns="0" anchor="ctr" anchorCtr="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a:endParaRPr/>
          </a:p>
        </p:txBody>
      </p:sp>
      <p:sp>
        <p:nvSpPr>
          <p:cNvPr id="308" name="Google Shape;308;p40"/>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09" name="Google Shape;309;p40"/>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0" name="Google Shape;310;p40"/>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1" name="Google Shape;311;p40"/>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312"/>
        <p:cNvGrpSpPr/>
        <p:nvPr/>
      </p:nvGrpSpPr>
      <p:grpSpPr>
        <a:xfrm>
          <a:off x="0" y="0"/>
          <a:ext cx="0" cy="0"/>
          <a:chOff x="0" y="0"/>
          <a:chExt cx="0" cy="0"/>
        </a:xfrm>
      </p:grpSpPr>
      <p:sp>
        <p:nvSpPr>
          <p:cNvPr id="313" name="Google Shape;313;p41"/>
          <p:cNvSpPr txBox="1">
            <a:spLocks noGrp="1"/>
          </p:cNvSpPr>
          <p:nvPr>
            <p:ph type="body" idx="1"/>
          </p:nvPr>
        </p:nvSpPr>
        <p:spPr>
          <a:xfrm>
            <a:off x="366725" y="1759093"/>
            <a:ext cx="3838500" cy="1138500"/>
          </a:xfrm>
          <a:prstGeom prst="rect">
            <a:avLst/>
          </a:prstGeom>
        </p:spPr>
        <p:txBody>
          <a:bodyPr spcFirstLastPara="1" wrap="square" lIns="0" tIns="0" rIns="0" bIns="0" anchor="t" anchorCtr="0">
            <a:sp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4" name="Google Shape;314;p41"/>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5" name="Google Shape;315;p41"/>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6" name="Google Shape;316;p41"/>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17" name="Google Shape;317;p41"/>
          <p:cNvSpPr txBox="1">
            <a:spLocks noGrp="1"/>
          </p:cNvSpPr>
          <p:nvPr>
            <p:ph type="title"/>
          </p:nvPr>
        </p:nvSpPr>
        <p:spPr>
          <a:xfrm>
            <a:off x="366750" y="450025"/>
            <a:ext cx="8184600" cy="758100"/>
          </a:xfrm>
          <a:prstGeom prst="rect">
            <a:avLst/>
          </a:prstGeom>
        </p:spPr>
        <p:txBody>
          <a:bodyPr spcFirstLastPara="1" wrap="square" lIns="0" tIns="0" rIns="0" bIns="0" anchor="ctr"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18" name="Google Shape;318;p41"/>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19" name="Google Shape;319;p41"/>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0" name="Google Shape;320;p41"/>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321" name="Google Shape;321;p41"/>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322"/>
        <p:cNvGrpSpPr/>
        <p:nvPr/>
      </p:nvGrpSpPr>
      <p:grpSpPr>
        <a:xfrm>
          <a:off x="0" y="0"/>
          <a:ext cx="0" cy="0"/>
          <a:chOff x="0" y="0"/>
          <a:chExt cx="0" cy="0"/>
        </a:xfrm>
      </p:grpSpPr>
      <p:sp>
        <p:nvSpPr>
          <p:cNvPr id="323" name="Google Shape;323;p42"/>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4" name="Google Shape;324;p42"/>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325"/>
        <p:cNvGrpSpPr/>
        <p:nvPr/>
      </p:nvGrpSpPr>
      <p:grpSpPr>
        <a:xfrm>
          <a:off x="0" y="0"/>
          <a:ext cx="0" cy="0"/>
          <a:chOff x="0" y="0"/>
          <a:chExt cx="0" cy="0"/>
        </a:xfrm>
      </p:grpSpPr>
      <p:sp>
        <p:nvSpPr>
          <p:cNvPr id="326" name="Google Shape;326;p43"/>
          <p:cNvSpPr txBox="1">
            <a:spLocks noGrp="1"/>
          </p:cNvSpPr>
          <p:nvPr>
            <p:ph type="body" idx="1"/>
          </p:nvPr>
        </p:nvSpPr>
        <p:spPr>
          <a:xfrm>
            <a:off x="311700" y="4080225"/>
            <a:ext cx="4027500" cy="9261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27" name="Google Shape;327;p43"/>
          <p:cNvSpPr>
            <a:spLocks noGrp="1"/>
          </p:cNvSpPr>
          <p:nvPr>
            <p:ph type="pic" idx="2"/>
          </p:nvPr>
        </p:nvSpPr>
        <p:spPr>
          <a:xfrm>
            <a:off x="4804825" y="1133300"/>
            <a:ext cx="4027500" cy="2392800"/>
          </a:xfrm>
          <a:prstGeom prst="rect">
            <a:avLst/>
          </a:prstGeom>
          <a:noFill/>
          <a:ln>
            <a:noFill/>
          </a:ln>
        </p:spPr>
      </p:sp>
      <p:sp>
        <p:nvSpPr>
          <p:cNvPr id="328" name="Google Shape;328;p43"/>
          <p:cNvSpPr>
            <a:spLocks noGrp="1"/>
          </p:cNvSpPr>
          <p:nvPr>
            <p:ph type="pic" idx="3"/>
          </p:nvPr>
        </p:nvSpPr>
        <p:spPr>
          <a:xfrm>
            <a:off x="311725" y="1133300"/>
            <a:ext cx="4027500" cy="2392800"/>
          </a:xfrm>
          <a:prstGeom prst="rect">
            <a:avLst/>
          </a:prstGeom>
          <a:noFill/>
          <a:ln>
            <a:noFill/>
          </a:ln>
        </p:spPr>
      </p:sp>
      <p:sp>
        <p:nvSpPr>
          <p:cNvPr id="329" name="Google Shape;329;p43"/>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0" name="Google Shape;330;p43"/>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1" name="Google Shape;331;p43"/>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32" name="Google Shape;332;p43"/>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333"/>
        <p:cNvGrpSpPr/>
        <p:nvPr/>
      </p:nvGrpSpPr>
      <p:grpSpPr>
        <a:xfrm>
          <a:off x="0" y="0"/>
          <a:ext cx="0" cy="0"/>
          <a:chOff x="0" y="0"/>
          <a:chExt cx="0" cy="0"/>
        </a:xfrm>
      </p:grpSpPr>
      <p:sp>
        <p:nvSpPr>
          <p:cNvPr id="334" name="Google Shape;334;p44"/>
          <p:cNvSpPr txBox="1">
            <a:spLocks noGrp="1"/>
          </p:cNvSpPr>
          <p:nvPr>
            <p:ph type="body" idx="1"/>
          </p:nvPr>
        </p:nvSpPr>
        <p:spPr>
          <a:xfrm>
            <a:off x="311700" y="3911700"/>
            <a:ext cx="2627100" cy="1018500"/>
          </a:xfrm>
          <a:prstGeom prst="rect">
            <a:avLst/>
          </a:prstGeom>
        </p:spPr>
        <p:txBody>
          <a:bodyPr spcFirstLastPara="1" wrap="square" lIns="0" tIns="0" rIns="0" bIns="0" anchor="t" anchorCtr="0">
            <a:sp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5" name="Google Shape;335;p44"/>
          <p:cNvSpPr>
            <a:spLocks noGrp="1"/>
          </p:cNvSpPr>
          <p:nvPr>
            <p:ph type="pic" idx="2"/>
          </p:nvPr>
        </p:nvSpPr>
        <p:spPr>
          <a:xfrm>
            <a:off x="6205225" y="1128325"/>
            <a:ext cx="2627100" cy="2273100"/>
          </a:xfrm>
          <a:prstGeom prst="rect">
            <a:avLst/>
          </a:prstGeom>
          <a:noFill/>
          <a:ln>
            <a:noFill/>
          </a:ln>
        </p:spPr>
      </p:sp>
      <p:sp>
        <p:nvSpPr>
          <p:cNvPr id="336" name="Google Shape;336;p44"/>
          <p:cNvSpPr>
            <a:spLocks noGrp="1"/>
          </p:cNvSpPr>
          <p:nvPr>
            <p:ph type="pic" idx="3"/>
          </p:nvPr>
        </p:nvSpPr>
        <p:spPr>
          <a:xfrm>
            <a:off x="311725" y="1128325"/>
            <a:ext cx="2627100" cy="2273100"/>
          </a:xfrm>
          <a:prstGeom prst="rect">
            <a:avLst/>
          </a:prstGeom>
          <a:noFill/>
          <a:ln>
            <a:noFill/>
          </a:ln>
        </p:spPr>
      </p:sp>
      <p:sp>
        <p:nvSpPr>
          <p:cNvPr id="337" name="Google Shape;337;p44"/>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38" name="Google Shape;338;p44"/>
          <p:cNvSpPr>
            <a:spLocks noGrp="1"/>
          </p:cNvSpPr>
          <p:nvPr>
            <p:ph type="pic" idx="5"/>
          </p:nvPr>
        </p:nvSpPr>
        <p:spPr>
          <a:xfrm>
            <a:off x="3255250" y="1128325"/>
            <a:ext cx="2627100" cy="2273100"/>
          </a:xfrm>
          <a:prstGeom prst="rect">
            <a:avLst/>
          </a:prstGeom>
          <a:noFill/>
          <a:ln>
            <a:noFill/>
          </a:ln>
        </p:spPr>
      </p:sp>
      <p:sp>
        <p:nvSpPr>
          <p:cNvPr id="339" name="Google Shape;339;p44"/>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40" name="Google Shape;340;p44"/>
          <p:cNvSpPr txBox="1">
            <a:spLocks noGrp="1"/>
          </p:cNvSpPr>
          <p:nvPr>
            <p:ph type="title"/>
          </p:nvPr>
        </p:nvSpPr>
        <p:spPr>
          <a:xfrm>
            <a:off x="311700" y="445025"/>
            <a:ext cx="8520600" cy="572700"/>
          </a:xfrm>
          <a:prstGeom prst="rect">
            <a:avLst/>
          </a:prstGeom>
        </p:spPr>
        <p:txBody>
          <a:bodyPr spcFirstLastPara="1" wrap="square" lIns="0" tIns="0" rIns="0" bIns="0" anchor="ctr" anchorCtr="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44"/>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42" name="Google Shape;342;p44"/>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343" name="Google Shape;343;p44"/>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344"/>
        <p:cNvGrpSpPr/>
        <p:nvPr/>
      </p:nvGrpSpPr>
      <p:grpSpPr>
        <a:xfrm>
          <a:off x="0" y="0"/>
          <a:ext cx="0" cy="0"/>
          <a:chOff x="0" y="0"/>
          <a:chExt cx="0" cy="0"/>
        </a:xfrm>
      </p:grpSpPr>
      <p:sp>
        <p:nvSpPr>
          <p:cNvPr id="345" name="Google Shape;345;p45"/>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346"/>
        <p:cNvGrpSpPr/>
        <p:nvPr/>
      </p:nvGrpSpPr>
      <p:grpSpPr>
        <a:xfrm>
          <a:off x="0" y="0"/>
          <a:ext cx="0" cy="0"/>
          <a:chOff x="0" y="0"/>
          <a:chExt cx="0" cy="0"/>
        </a:xfrm>
      </p:grpSpPr>
      <p:sp>
        <p:nvSpPr>
          <p:cNvPr id="347" name="Google Shape;347;p46"/>
          <p:cNvSpPr>
            <a:spLocks noGrp="1"/>
          </p:cNvSpPr>
          <p:nvPr>
            <p:ph type="pic" idx="2"/>
          </p:nvPr>
        </p:nvSpPr>
        <p:spPr>
          <a:xfrm>
            <a:off x="3389600" y="118913"/>
            <a:ext cx="1643700" cy="1535100"/>
          </a:xfrm>
          <a:prstGeom prst="rect">
            <a:avLst/>
          </a:prstGeom>
          <a:noFill/>
          <a:ln>
            <a:noFill/>
          </a:ln>
        </p:spPr>
      </p:sp>
      <p:sp>
        <p:nvSpPr>
          <p:cNvPr id="348" name="Google Shape;348;p46"/>
          <p:cNvSpPr>
            <a:spLocks noGrp="1"/>
          </p:cNvSpPr>
          <p:nvPr>
            <p:ph type="pic" idx="3"/>
          </p:nvPr>
        </p:nvSpPr>
        <p:spPr>
          <a:xfrm>
            <a:off x="5195935" y="118913"/>
            <a:ext cx="1643700" cy="1535100"/>
          </a:xfrm>
          <a:prstGeom prst="rect">
            <a:avLst/>
          </a:prstGeom>
          <a:noFill/>
          <a:ln>
            <a:noFill/>
          </a:ln>
        </p:spPr>
      </p:sp>
      <p:sp>
        <p:nvSpPr>
          <p:cNvPr id="349" name="Google Shape;349;p46"/>
          <p:cNvSpPr>
            <a:spLocks noGrp="1"/>
          </p:cNvSpPr>
          <p:nvPr>
            <p:ph type="pic" idx="4"/>
          </p:nvPr>
        </p:nvSpPr>
        <p:spPr>
          <a:xfrm>
            <a:off x="7002270" y="118913"/>
            <a:ext cx="1643700" cy="1535100"/>
          </a:xfrm>
          <a:prstGeom prst="rect">
            <a:avLst/>
          </a:prstGeom>
          <a:noFill/>
          <a:ln>
            <a:noFill/>
          </a:ln>
        </p:spPr>
      </p:sp>
      <p:sp>
        <p:nvSpPr>
          <p:cNvPr id="350" name="Google Shape;350;p46"/>
          <p:cNvSpPr>
            <a:spLocks noGrp="1"/>
          </p:cNvSpPr>
          <p:nvPr>
            <p:ph type="pic" idx="5"/>
          </p:nvPr>
        </p:nvSpPr>
        <p:spPr>
          <a:xfrm>
            <a:off x="3389588" y="1804212"/>
            <a:ext cx="1643700" cy="1535100"/>
          </a:xfrm>
          <a:prstGeom prst="rect">
            <a:avLst/>
          </a:prstGeom>
          <a:noFill/>
          <a:ln>
            <a:noFill/>
          </a:ln>
        </p:spPr>
      </p:sp>
      <p:sp>
        <p:nvSpPr>
          <p:cNvPr id="351" name="Google Shape;351;p46"/>
          <p:cNvSpPr>
            <a:spLocks noGrp="1"/>
          </p:cNvSpPr>
          <p:nvPr>
            <p:ph type="pic" idx="6"/>
          </p:nvPr>
        </p:nvSpPr>
        <p:spPr>
          <a:xfrm>
            <a:off x="5195922" y="1804212"/>
            <a:ext cx="1643700" cy="1535100"/>
          </a:xfrm>
          <a:prstGeom prst="rect">
            <a:avLst/>
          </a:prstGeom>
          <a:noFill/>
          <a:ln>
            <a:noFill/>
          </a:ln>
        </p:spPr>
      </p:sp>
      <p:sp>
        <p:nvSpPr>
          <p:cNvPr id="352" name="Google Shape;352;p46"/>
          <p:cNvSpPr>
            <a:spLocks noGrp="1"/>
          </p:cNvSpPr>
          <p:nvPr>
            <p:ph type="pic" idx="7"/>
          </p:nvPr>
        </p:nvSpPr>
        <p:spPr>
          <a:xfrm>
            <a:off x="7002257" y="1804212"/>
            <a:ext cx="1643700" cy="1535100"/>
          </a:xfrm>
          <a:prstGeom prst="rect">
            <a:avLst/>
          </a:prstGeom>
          <a:noFill/>
          <a:ln>
            <a:noFill/>
          </a:ln>
        </p:spPr>
      </p:sp>
      <p:sp>
        <p:nvSpPr>
          <p:cNvPr id="353" name="Google Shape;353;p46"/>
          <p:cNvSpPr txBox="1">
            <a:spLocks noGrp="1"/>
          </p:cNvSpPr>
          <p:nvPr>
            <p:ph type="title"/>
          </p:nvPr>
        </p:nvSpPr>
        <p:spPr>
          <a:xfrm>
            <a:off x="351550" y="445025"/>
            <a:ext cx="2596800" cy="1706400"/>
          </a:xfrm>
          <a:prstGeom prst="rect">
            <a:avLst/>
          </a:prstGeom>
        </p:spPr>
        <p:txBody>
          <a:bodyPr spcFirstLastPara="1" wrap="square" lIns="0" tIns="0" rIns="0" bIns="0" anchor="ctr" anchorCtr="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4" name="Google Shape;354;p46"/>
          <p:cNvSpPr>
            <a:spLocks noGrp="1"/>
          </p:cNvSpPr>
          <p:nvPr>
            <p:ph type="pic" idx="8"/>
          </p:nvPr>
        </p:nvSpPr>
        <p:spPr>
          <a:xfrm>
            <a:off x="3389588" y="3489487"/>
            <a:ext cx="1643700" cy="1535100"/>
          </a:xfrm>
          <a:prstGeom prst="rect">
            <a:avLst/>
          </a:prstGeom>
          <a:noFill/>
          <a:ln>
            <a:noFill/>
          </a:ln>
        </p:spPr>
      </p:sp>
      <p:sp>
        <p:nvSpPr>
          <p:cNvPr id="355" name="Google Shape;355;p46"/>
          <p:cNvSpPr>
            <a:spLocks noGrp="1"/>
          </p:cNvSpPr>
          <p:nvPr>
            <p:ph type="pic" idx="9"/>
          </p:nvPr>
        </p:nvSpPr>
        <p:spPr>
          <a:xfrm>
            <a:off x="5195922" y="3489487"/>
            <a:ext cx="1643700" cy="1535100"/>
          </a:xfrm>
          <a:prstGeom prst="rect">
            <a:avLst/>
          </a:prstGeom>
          <a:noFill/>
          <a:ln>
            <a:noFill/>
          </a:ln>
        </p:spPr>
      </p:sp>
      <p:sp>
        <p:nvSpPr>
          <p:cNvPr id="356" name="Google Shape;356;p46"/>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Cover Background">
  <p:cSld name="CUSTOM">
    <p:bg>
      <p:bgPr>
        <a:solidFill>
          <a:schemeClr val="dk2"/>
        </a:solidFill>
        <a:effectLst/>
      </p:bgPr>
    </p:bg>
    <p:spTree>
      <p:nvGrpSpPr>
        <p:cNvPr id="1" name="Shape 361"/>
        <p:cNvGrpSpPr/>
        <p:nvPr/>
      </p:nvGrpSpPr>
      <p:grpSpPr>
        <a:xfrm>
          <a:off x="0" y="0"/>
          <a:ext cx="0" cy="0"/>
          <a:chOff x="0" y="0"/>
          <a:chExt cx="0" cy="0"/>
        </a:xfrm>
      </p:grpSpPr>
      <p:sp>
        <p:nvSpPr>
          <p:cNvPr id="362" name="Google Shape;362;p48"/>
          <p:cNvSpPr/>
          <p:nvPr/>
        </p:nvSpPr>
        <p:spPr>
          <a:xfrm>
            <a:off x="-2450" y="486600"/>
            <a:ext cx="9144000" cy="4656900"/>
          </a:xfrm>
          <a:prstGeom prst="roundRect">
            <a:avLst>
              <a:gd name="adj" fmla="val 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cxnSp>
        <p:nvCxnSpPr>
          <p:cNvPr id="363" name="Google Shape;363;p48"/>
          <p:cNvCxnSpPr/>
          <p:nvPr/>
        </p:nvCxnSpPr>
        <p:spPr>
          <a:xfrm rot="10800000">
            <a:off x="593700" y="3671900"/>
            <a:ext cx="7948200" cy="0"/>
          </a:xfrm>
          <a:prstGeom prst="straightConnector1">
            <a:avLst/>
          </a:prstGeom>
          <a:noFill/>
          <a:ln w="9525" cap="flat" cmpd="sng">
            <a:solidFill>
              <a:schemeClr val="dk1"/>
            </a:solidFill>
            <a:prstDash val="solid"/>
            <a:round/>
            <a:headEnd type="none" w="sm" len="sm"/>
            <a:tailEnd type="none" w="sm" len="sm"/>
          </a:ln>
        </p:spPr>
      </p:cxnSp>
      <p:sp>
        <p:nvSpPr>
          <p:cNvPr id="364" name="Google Shape;364;p48"/>
          <p:cNvSpPr txBox="1">
            <a:spLocks noGrp="1"/>
          </p:cNvSpPr>
          <p:nvPr>
            <p:ph type="title"/>
          </p:nvPr>
        </p:nvSpPr>
        <p:spPr>
          <a:xfrm>
            <a:off x="593175" y="486000"/>
            <a:ext cx="7916400" cy="27432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a:endParaRPr/>
          </a:p>
        </p:txBody>
      </p:sp>
      <p:sp>
        <p:nvSpPr>
          <p:cNvPr id="365" name="Google Shape;365;p48"/>
          <p:cNvSpPr txBox="1">
            <a:spLocks noGrp="1"/>
          </p:cNvSpPr>
          <p:nvPr>
            <p:ph type="body" idx="1"/>
          </p:nvPr>
        </p:nvSpPr>
        <p:spPr>
          <a:xfrm>
            <a:off x="575438" y="4387200"/>
            <a:ext cx="2919600" cy="648000"/>
          </a:xfrm>
          <a:prstGeom prst="rect">
            <a:avLst/>
          </a:prstGeom>
        </p:spPr>
        <p:txBody>
          <a:bodyPr spcFirstLastPara="1" wrap="square" lIns="0" tIns="0" rIns="0" bIns="91425" anchor="t" anchorCtr="0">
            <a:normAutofit/>
          </a:bodyPr>
          <a:lstStyle>
            <a:lvl1pPr marL="457200" lvl="0" indent="-292100">
              <a:spcBef>
                <a:spcPts val="0"/>
              </a:spcBef>
              <a:spcAft>
                <a:spcPts val="0"/>
              </a:spcAft>
              <a:buSzPts val="1000"/>
              <a:buFont typeface="Hanken Grotesk"/>
              <a:buChar char="●"/>
              <a:defRPr/>
            </a:lvl1pPr>
            <a:lvl2pPr marL="914400" lvl="1" indent="-292100">
              <a:spcBef>
                <a:spcPts val="0"/>
              </a:spcBef>
              <a:spcAft>
                <a:spcPts val="0"/>
              </a:spcAft>
              <a:buSzPts val="1000"/>
              <a:buFont typeface="Hanken Grotesk"/>
              <a:buChar char="○"/>
              <a:defRPr/>
            </a:lvl2pPr>
            <a:lvl3pPr marL="1371600" lvl="2" indent="-292100">
              <a:spcBef>
                <a:spcPts val="0"/>
              </a:spcBef>
              <a:spcAft>
                <a:spcPts val="0"/>
              </a:spcAft>
              <a:buSzPts val="1000"/>
              <a:buFont typeface="Hanken Grotesk"/>
              <a:buChar char="■"/>
              <a:defRPr/>
            </a:lvl3pPr>
            <a:lvl4pPr marL="1828800" lvl="3" indent="-292100">
              <a:spcBef>
                <a:spcPts val="0"/>
              </a:spcBef>
              <a:spcAft>
                <a:spcPts val="0"/>
              </a:spcAft>
              <a:buSzPts val="1000"/>
              <a:buFont typeface="Hanken Grotesk"/>
              <a:buChar char="●"/>
              <a:defRPr/>
            </a:lvl4pPr>
            <a:lvl5pPr marL="2286000" lvl="4" indent="-292100">
              <a:spcBef>
                <a:spcPts val="0"/>
              </a:spcBef>
              <a:spcAft>
                <a:spcPts val="0"/>
              </a:spcAft>
              <a:buSzPts val="1000"/>
              <a:buFont typeface="Hanken Grotesk"/>
              <a:buChar char="○"/>
              <a:defRPr/>
            </a:lvl5pPr>
            <a:lvl6pPr marL="2743200" lvl="5" indent="-292100">
              <a:spcBef>
                <a:spcPts val="0"/>
              </a:spcBef>
              <a:spcAft>
                <a:spcPts val="0"/>
              </a:spcAft>
              <a:buSzPts val="1000"/>
              <a:buFont typeface="Hanken Grotesk"/>
              <a:buChar char="■"/>
              <a:defRPr/>
            </a:lvl6pPr>
            <a:lvl7pPr marL="3200400" lvl="6" indent="-292100">
              <a:spcBef>
                <a:spcPts val="0"/>
              </a:spcBef>
              <a:spcAft>
                <a:spcPts val="0"/>
              </a:spcAft>
              <a:buSzPts val="1000"/>
              <a:buFont typeface="Hanken Grotesk"/>
              <a:buChar char="●"/>
              <a:defRPr/>
            </a:lvl7pPr>
            <a:lvl8pPr marL="3657600" lvl="7" indent="-292100">
              <a:spcBef>
                <a:spcPts val="0"/>
              </a:spcBef>
              <a:spcAft>
                <a:spcPts val="0"/>
              </a:spcAft>
              <a:buSzPts val="1000"/>
              <a:buFont typeface="Hanken Grotesk"/>
              <a:buChar char="○"/>
              <a:defRPr/>
            </a:lvl8pPr>
            <a:lvl9pPr marL="4114800" lvl="8" indent="-292100">
              <a:spcBef>
                <a:spcPts val="0"/>
              </a:spcBef>
              <a:spcAft>
                <a:spcPts val="0"/>
              </a:spcAft>
              <a:buSzPts val="1000"/>
              <a:buFont typeface="Hanken Grotesk"/>
              <a:buChar char="■"/>
              <a:defRPr/>
            </a:lvl9pPr>
          </a:lstStyle>
          <a:p>
            <a:endParaRPr/>
          </a:p>
        </p:txBody>
      </p:sp>
      <p:sp>
        <p:nvSpPr>
          <p:cNvPr id="366" name="Google Shape;366;p48"/>
          <p:cNvSpPr txBox="1">
            <a:spLocks noGrp="1"/>
          </p:cNvSpPr>
          <p:nvPr>
            <p:ph type="subTitle" idx="2"/>
          </p:nvPr>
        </p:nvSpPr>
        <p:spPr>
          <a:xfrm>
            <a:off x="1284638" y="214800"/>
            <a:ext cx="1501200" cy="183600"/>
          </a:xfrm>
          <a:prstGeom prst="rect">
            <a:avLst/>
          </a:prstGeom>
        </p:spPr>
        <p:txBody>
          <a:bodyPr spcFirstLastPara="1" wrap="square" lIns="0" tIns="0" rIns="0" bIns="0" anchor="ctr" anchorCtr="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367" name="Google Shape;367;p48"/>
          <p:cNvSpPr txBox="1">
            <a:spLocks noGrp="1"/>
          </p:cNvSpPr>
          <p:nvPr>
            <p:ph type="subTitle" idx="3"/>
          </p:nvPr>
        </p:nvSpPr>
        <p:spPr>
          <a:xfrm>
            <a:off x="5539488" y="4387200"/>
            <a:ext cx="1501200" cy="183600"/>
          </a:xfrm>
          <a:prstGeom prst="rect">
            <a:avLst/>
          </a:prstGeom>
        </p:spPr>
        <p:txBody>
          <a:bodyPr spcFirstLastPara="1" wrap="square" lIns="0" tIns="0" rIns="0" bIns="0" anchor="ctr" anchorCtr="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
        <p:nvSpPr>
          <p:cNvPr id="368" name="Google Shape;368;p48"/>
          <p:cNvSpPr txBox="1">
            <a:spLocks noGrp="1"/>
          </p:cNvSpPr>
          <p:nvPr>
            <p:ph type="subTitle" idx="4"/>
          </p:nvPr>
        </p:nvSpPr>
        <p:spPr>
          <a:xfrm>
            <a:off x="7040700" y="4387200"/>
            <a:ext cx="1501200" cy="183600"/>
          </a:xfrm>
          <a:prstGeom prst="rect">
            <a:avLst/>
          </a:prstGeom>
        </p:spPr>
        <p:txBody>
          <a:bodyPr spcFirstLastPara="1" wrap="square" lIns="0" tIns="0" rIns="0" bIns="0" anchor="ctr" anchorCtr="0">
            <a:normAutofit/>
          </a:bodyPr>
          <a:lstStyle>
            <a:lvl1pPr lvl="0" algn="r">
              <a:spcBef>
                <a:spcPts val="0"/>
              </a:spcBef>
              <a:spcAft>
                <a:spcPts val="0"/>
              </a:spcAft>
              <a:buSzPts val="1200"/>
              <a:buFont typeface="Hanken Grotesk"/>
              <a:buNone/>
              <a:defRPr sz="1200"/>
            </a:lvl1pPr>
            <a:lvl2pPr lvl="1" algn="r">
              <a:spcBef>
                <a:spcPts val="0"/>
              </a:spcBef>
              <a:spcAft>
                <a:spcPts val="0"/>
              </a:spcAft>
              <a:buSzPts val="1400"/>
              <a:buNone/>
              <a:defRPr/>
            </a:lvl2pPr>
            <a:lvl3pPr lvl="2" algn="r">
              <a:spcBef>
                <a:spcPts val="0"/>
              </a:spcBef>
              <a:spcAft>
                <a:spcPts val="0"/>
              </a:spcAft>
              <a:buSzPts val="1400"/>
              <a:buNone/>
              <a:defRPr/>
            </a:lvl3pPr>
            <a:lvl4pPr lvl="3" algn="r">
              <a:spcBef>
                <a:spcPts val="0"/>
              </a:spcBef>
              <a:spcAft>
                <a:spcPts val="0"/>
              </a:spcAft>
              <a:buSzPts val="1400"/>
              <a:buNone/>
              <a:defRPr/>
            </a:lvl4pPr>
            <a:lvl5pPr lvl="4" algn="r">
              <a:spcBef>
                <a:spcPts val="0"/>
              </a:spcBef>
              <a:spcAft>
                <a:spcPts val="0"/>
              </a:spcAft>
              <a:buSzPts val="1400"/>
              <a:buNone/>
              <a:defRPr/>
            </a:lvl5pPr>
            <a:lvl6pPr lvl="5" algn="r">
              <a:spcBef>
                <a:spcPts val="0"/>
              </a:spcBef>
              <a:spcAft>
                <a:spcPts val="0"/>
              </a:spcAft>
              <a:buSzPts val="1400"/>
              <a:buNone/>
              <a:defRPr/>
            </a:lvl6pPr>
            <a:lvl7pPr lvl="6" algn="r">
              <a:spcBef>
                <a:spcPts val="0"/>
              </a:spcBef>
              <a:spcAft>
                <a:spcPts val="0"/>
              </a:spcAft>
              <a:buSzPts val="1400"/>
              <a:buNone/>
              <a:defRPr/>
            </a:lvl7pPr>
            <a:lvl8pPr lvl="7" algn="r">
              <a:spcBef>
                <a:spcPts val="0"/>
              </a:spcBef>
              <a:spcAft>
                <a:spcPts val="0"/>
              </a:spcAft>
              <a:buSzPts val="1400"/>
              <a:buNone/>
              <a:defRPr/>
            </a:lvl8pPr>
            <a:lvl9pPr lvl="8" algn="r">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genda - Alt 1">
  <p:cSld name="CUSTOM_7_1_1_1_1_1_1_1_1_1_1_1_1_1_1_1_1_1">
    <p:spTree>
      <p:nvGrpSpPr>
        <p:cNvPr id="1" name="Shape 369"/>
        <p:cNvGrpSpPr/>
        <p:nvPr/>
      </p:nvGrpSpPr>
      <p:grpSpPr>
        <a:xfrm>
          <a:off x="0" y="0"/>
          <a:ext cx="0" cy="0"/>
          <a:chOff x="0" y="0"/>
          <a:chExt cx="0" cy="0"/>
        </a:xfrm>
      </p:grpSpPr>
      <p:sp>
        <p:nvSpPr>
          <p:cNvPr id="370" name="Google Shape;370;p49"/>
          <p:cNvSpPr txBox="1">
            <a:spLocks noGrp="1"/>
          </p:cNvSpPr>
          <p:nvPr>
            <p:ph type="subTitle" idx="1"/>
          </p:nvPr>
        </p:nvSpPr>
        <p:spPr>
          <a:xfrm>
            <a:off x="4322100" y="47000"/>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1" name="Google Shape;371;p49"/>
          <p:cNvSpPr txBox="1">
            <a:spLocks noGrp="1"/>
          </p:cNvSpPr>
          <p:nvPr>
            <p:ph type="subTitle" idx="2"/>
          </p:nvPr>
        </p:nvSpPr>
        <p:spPr>
          <a:xfrm>
            <a:off x="4322100" y="538525"/>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2" name="Google Shape;372;p49"/>
          <p:cNvSpPr txBox="1">
            <a:spLocks noGrp="1"/>
          </p:cNvSpPr>
          <p:nvPr>
            <p:ph type="subTitle" idx="3"/>
          </p:nvPr>
        </p:nvSpPr>
        <p:spPr>
          <a:xfrm>
            <a:off x="4322100" y="1061300"/>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3" name="Google Shape;373;p49"/>
          <p:cNvSpPr txBox="1">
            <a:spLocks noGrp="1"/>
          </p:cNvSpPr>
          <p:nvPr>
            <p:ph type="subTitle" idx="4"/>
          </p:nvPr>
        </p:nvSpPr>
        <p:spPr>
          <a:xfrm>
            <a:off x="4322100" y="1560213"/>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4" name="Google Shape;374;p49"/>
          <p:cNvSpPr txBox="1">
            <a:spLocks noGrp="1"/>
          </p:cNvSpPr>
          <p:nvPr>
            <p:ph type="subTitle" idx="5"/>
          </p:nvPr>
        </p:nvSpPr>
        <p:spPr>
          <a:xfrm>
            <a:off x="4322100" y="2094363"/>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5" name="Google Shape;375;p49"/>
          <p:cNvSpPr txBox="1">
            <a:spLocks noGrp="1"/>
          </p:cNvSpPr>
          <p:nvPr>
            <p:ph type="subTitle" idx="6"/>
          </p:nvPr>
        </p:nvSpPr>
        <p:spPr>
          <a:xfrm>
            <a:off x="4322100" y="2605313"/>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6" name="Google Shape;376;p49"/>
          <p:cNvSpPr txBox="1">
            <a:spLocks noGrp="1"/>
          </p:cNvSpPr>
          <p:nvPr>
            <p:ph type="subTitle" idx="7"/>
          </p:nvPr>
        </p:nvSpPr>
        <p:spPr>
          <a:xfrm>
            <a:off x="4322100" y="3120113"/>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7" name="Google Shape;377;p49"/>
          <p:cNvSpPr txBox="1">
            <a:spLocks noGrp="1"/>
          </p:cNvSpPr>
          <p:nvPr>
            <p:ph type="subTitle" idx="8"/>
          </p:nvPr>
        </p:nvSpPr>
        <p:spPr>
          <a:xfrm>
            <a:off x="4322100" y="3634825"/>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8" name="Google Shape;378;p49"/>
          <p:cNvSpPr txBox="1">
            <a:spLocks noGrp="1"/>
          </p:cNvSpPr>
          <p:nvPr>
            <p:ph type="subTitle" idx="9"/>
          </p:nvPr>
        </p:nvSpPr>
        <p:spPr>
          <a:xfrm>
            <a:off x="4322100" y="4152488"/>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79" name="Google Shape;379;p49"/>
          <p:cNvSpPr txBox="1">
            <a:spLocks noGrp="1"/>
          </p:cNvSpPr>
          <p:nvPr>
            <p:ph type="subTitle" idx="13"/>
          </p:nvPr>
        </p:nvSpPr>
        <p:spPr>
          <a:xfrm>
            <a:off x="4322100" y="4667200"/>
            <a:ext cx="3958800" cy="452700"/>
          </a:xfrm>
          <a:prstGeom prst="rect">
            <a:avLst/>
          </a:prstGeom>
        </p:spPr>
        <p:txBody>
          <a:bodyPr spcFirstLastPara="1" wrap="square" lIns="0" tIns="0" rIns="0" bIns="0" anchor="ctr" anchorCtr="0">
            <a:noAutofit/>
          </a:bodyPr>
          <a:lstStyle>
            <a:lvl1pPr lvl="0">
              <a:spcBef>
                <a:spcPts val="0"/>
              </a:spcBef>
              <a:spcAft>
                <a:spcPts val="0"/>
              </a:spcAft>
              <a:buClr>
                <a:schemeClr val="dk1"/>
              </a:buClr>
              <a:buSzPts val="2800"/>
              <a:buFont typeface="Neuton Light"/>
              <a:buNone/>
              <a:defRPr sz="2800">
                <a:latin typeface="Neuton Light"/>
                <a:ea typeface="Neuton Light"/>
                <a:cs typeface="Neuton Light"/>
                <a:sym typeface="Neuton Light"/>
              </a:defRPr>
            </a:lvl1pPr>
            <a:lvl2pPr lvl="1">
              <a:spcBef>
                <a:spcPts val="0"/>
              </a:spcBef>
              <a:spcAft>
                <a:spcPts val="0"/>
              </a:spcAft>
              <a:buClr>
                <a:schemeClr val="dk1"/>
              </a:buClr>
              <a:buSzPts val="2800"/>
              <a:buFont typeface="Neuton Light"/>
              <a:buNone/>
              <a:defRPr sz="2800">
                <a:latin typeface="Neuton Light"/>
                <a:ea typeface="Neuton Light"/>
                <a:cs typeface="Neuton Light"/>
                <a:sym typeface="Neuton Light"/>
              </a:defRPr>
            </a:lvl2pPr>
            <a:lvl3pPr lvl="2">
              <a:spcBef>
                <a:spcPts val="0"/>
              </a:spcBef>
              <a:spcAft>
                <a:spcPts val="0"/>
              </a:spcAft>
              <a:buClr>
                <a:schemeClr val="dk1"/>
              </a:buClr>
              <a:buSzPts val="2800"/>
              <a:buFont typeface="Neuton Light"/>
              <a:buNone/>
              <a:defRPr sz="2800">
                <a:latin typeface="Neuton Light"/>
                <a:ea typeface="Neuton Light"/>
                <a:cs typeface="Neuton Light"/>
                <a:sym typeface="Neuton Light"/>
              </a:defRPr>
            </a:lvl3pPr>
            <a:lvl4pPr lvl="3">
              <a:spcBef>
                <a:spcPts val="0"/>
              </a:spcBef>
              <a:spcAft>
                <a:spcPts val="0"/>
              </a:spcAft>
              <a:buClr>
                <a:schemeClr val="dk1"/>
              </a:buClr>
              <a:buSzPts val="2800"/>
              <a:buFont typeface="Neuton Light"/>
              <a:buNone/>
              <a:defRPr sz="2800">
                <a:latin typeface="Neuton Light"/>
                <a:ea typeface="Neuton Light"/>
                <a:cs typeface="Neuton Light"/>
                <a:sym typeface="Neuton Light"/>
              </a:defRPr>
            </a:lvl4pPr>
            <a:lvl5pPr lvl="4">
              <a:spcBef>
                <a:spcPts val="0"/>
              </a:spcBef>
              <a:spcAft>
                <a:spcPts val="0"/>
              </a:spcAft>
              <a:buClr>
                <a:schemeClr val="dk1"/>
              </a:buClr>
              <a:buSzPts val="2800"/>
              <a:buFont typeface="Neuton Light"/>
              <a:buNone/>
              <a:defRPr sz="2800">
                <a:latin typeface="Neuton Light"/>
                <a:ea typeface="Neuton Light"/>
                <a:cs typeface="Neuton Light"/>
                <a:sym typeface="Neuton Light"/>
              </a:defRPr>
            </a:lvl5pPr>
            <a:lvl6pPr lvl="5">
              <a:spcBef>
                <a:spcPts val="0"/>
              </a:spcBef>
              <a:spcAft>
                <a:spcPts val="0"/>
              </a:spcAft>
              <a:buClr>
                <a:schemeClr val="dk1"/>
              </a:buClr>
              <a:buSzPts val="2800"/>
              <a:buFont typeface="Neuton Light"/>
              <a:buNone/>
              <a:defRPr sz="2800">
                <a:latin typeface="Neuton Light"/>
                <a:ea typeface="Neuton Light"/>
                <a:cs typeface="Neuton Light"/>
                <a:sym typeface="Neuton Light"/>
              </a:defRPr>
            </a:lvl6pPr>
            <a:lvl7pPr lvl="6">
              <a:spcBef>
                <a:spcPts val="0"/>
              </a:spcBef>
              <a:spcAft>
                <a:spcPts val="0"/>
              </a:spcAft>
              <a:buClr>
                <a:schemeClr val="dk1"/>
              </a:buClr>
              <a:buSzPts val="2800"/>
              <a:buFont typeface="Neuton Light"/>
              <a:buNone/>
              <a:defRPr sz="2800">
                <a:latin typeface="Neuton Light"/>
                <a:ea typeface="Neuton Light"/>
                <a:cs typeface="Neuton Light"/>
                <a:sym typeface="Neuton Light"/>
              </a:defRPr>
            </a:lvl7pPr>
            <a:lvl8pPr lvl="7">
              <a:spcBef>
                <a:spcPts val="0"/>
              </a:spcBef>
              <a:spcAft>
                <a:spcPts val="0"/>
              </a:spcAft>
              <a:buClr>
                <a:schemeClr val="dk1"/>
              </a:buClr>
              <a:buSzPts val="2800"/>
              <a:buFont typeface="Neuton Light"/>
              <a:buNone/>
              <a:defRPr sz="2800">
                <a:latin typeface="Neuton Light"/>
                <a:ea typeface="Neuton Light"/>
                <a:cs typeface="Neuton Light"/>
                <a:sym typeface="Neuton Light"/>
              </a:defRPr>
            </a:lvl8pPr>
            <a:lvl9pPr lvl="8">
              <a:spcBef>
                <a:spcPts val="0"/>
              </a:spcBef>
              <a:spcAft>
                <a:spcPts val="0"/>
              </a:spcAft>
              <a:buClr>
                <a:schemeClr val="dk1"/>
              </a:buClr>
              <a:buSzPts val="2800"/>
              <a:buFont typeface="Neuton Light"/>
              <a:buNone/>
              <a:defRPr sz="2800">
                <a:latin typeface="Neuton Light"/>
                <a:ea typeface="Neuton Light"/>
                <a:cs typeface="Neuton Light"/>
                <a:sym typeface="Neuton Light"/>
              </a:defRPr>
            </a:lvl9pPr>
          </a:lstStyle>
          <a:p>
            <a:endParaRPr/>
          </a:p>
        </p:txBody>
      </p:sp>
      <p:sp>
        <p:nvSpPr>
          <p:cNvPr id="380" name="Google Shape;380;p49"/>
          <p:cNvSpPr txBox="1">
            <a:spLocks noGrp="1"/>
          </p:cNvSpPr>
          <p:nvPr>
            <p:ph type="subTitle" idx="14"/>
          </p:nvPr>
        </p:nvSpPr>
        <p:spPr>
          <a:xfrm>
            <a:off x="8440475" y="35300"/>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1" name="Google Shape;381;p49"/>
          <p:cNvSpPr txBox="1">
            <a:spLocks noGrp="1"/>
          </p:cNvSpPr>
          <p:nvPr>
            <p:ph type="subTitle" idx="15"/>
          </p:nvPr>
        </p:nvSpPr>
        <p:spPr>
          <a:xfrm>
            <a:off x="8440475" y="526825"/>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2" name="Google Shape;382;p49"/>
          <p:cNvSpPr txBox="1">
            <a:spLocks noGrp="1"/>
          </p:cNvSpPr>
          <p:nvPr>
            <p:ph type="subTitle" idx="16"/>
          </p:nvPr>
        </p:nvSpPr>
        <p:spPr>
          <a:xfrm>
            <a:off x="8440475" y="1049600"/>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3" name="Google Shape;383;p49"/>
          <p:cNvSpPr txBox="1">
            <a:spLocks noGrp="1"/>
          </p:cNvSpPr>
          <p:nvPr>
            <p:ph type="subTitle" idx="17"/>
          </p:nvPr>
        </p:nvSpPr>
        <p:spPr>
          <a:xfrm>
            <a:off x="8440475" y="1548513"/>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4" name="Google Shape;384;p49"/>
          <p:cNvSpPr txBox="1">
            <a:spLocks noGrp="1"/>
          </p:cNvSpPr>
          <p:nvPr>
            <p:ph type="subTitle" idx="18"/>
          </p:nvPr>
        </p:nvSpPr>
        <p:spPr>
          <a:xfrm>
            <a:off x="8440475" y="2082663"/>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5" name="Google Shape;385;p49"/>
          <p:cNvSpPr txBox="1">
            <a:spLocks noGrp="1"/>
          </p:cNvSpPr>
          <p:nvPr>
            <p:ph type="subTitle" idx="19"/>
          </p:nvPr>
        </p:nvSpPr>
        <p:spPr>
          <a:xfrm>
            <a:off x="8440475" y="2593613"/>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6" name="Google Shape;386;p49"/>
          <p:cNvSpPr txBox="1">
            <a:spLocks noGrp="1"/>
          </p:cNvSpPr>
          <p:nvPr>
            <p:ph type="subTitle" idx="20"/>
          </p:nvPr>
        </p:nvSpPr>
        <p:spPr>
          <a:xfrm>
            <a:off x="8440475" y="3108413"/>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7" name="Google Shape;387;p49"/>
          <p:cNvSpPr txBox="1">
            <a:spLocks noGrp="1"/>
          </p:cNvSpPr>
          <p:nvPr>
            <p:ph type="subTitle" idx="21"/>
          </p:nvPr>
        </p:nvSpPr>
        <p:spPr>
          <a:xfrm>
            <a:off x="8440475" y="3623125"/>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8" name="Google Shape;388;p49"/>
          <p:cNvSpPr txBox="1">
            <a:spLocks noGrp="1"/>
          </p:cNvSpPr>
          <p:nvPr>
            <p:ph type="subTitle" idx="22"/>
          </p:nvPr>
        </p:nvSpPr>
        <p:spPr>
          <a:xfrm>
            <a:off x="8440475" y="4140788"/>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89" name="Google Shape;389;p49"/>
          <p:cNvSpPr txBox="1">
            <a:spLocks noGrp="1"/>
          </p:cNvSpPr>
          <p:nvPr>
            <p:ph type="subTitle" idx="23"/>
          </p:nvPr>
        </p:nvSpPr>
        <p:spPr>
          <a:xfrm>
            <a:off x="8440475" y="4655500"/>
            <a:ext cx="703500" cy="452700"/>
          </a:xfrm>
          <a:prstGeom prst="rect">
            <a:avLst/>
          </a:prstGeom>
        </p:spPr>
        <p:txBody>
          <a:bodyPr spcFirstLastPara="1" wrap="square" lIns="0" tIns="0" rIns="72000" bIns="0" anchor="ctr" anchorCtr="0">
            <a:noAutofit/>
          </a:bodyPr>
          <a:lstStyle>
            <a:lvl1pPr lvl="0" algn="r">
              <a:spcBef>
                <a:spcPts val="0"/>
              </a:spcBef>
              <a:spcAft>
                <a:spcPts val="0"/>
              </a:spcAft>
              <a:buClr>
                <a:schemeClr val="dk1"/>
              </a:buClr>
              <a:buSzPts val="2800"/>
              <a:buFont typeface="Hanken Grotesk"/>
              <a:buNone/>
              <a:defRPr sz="2800"/>
            </a:lvl1pPr>
            <a:lvl2pPr lvl="1" algn="r">
              <a:spcBef>
                <a:spcPts val="0"/>
              </a:spcBef>
              <a:spcAft>
                <a:spcPts val="0"/>
              </a:spcAft>
              <a:buClr>
                <a:schemeClr val="dk1"/>
              </a:buClr>
              <a:buSzPts val="2800"/>
              <a:buFont typeface="Hanken Grotesk"/>
              <a:buNone/>
              <a:defRPr sz="2800"/>
            </a:lvl2pPr>
            <a:lvl3pPr lvl="2" algn="r">
              <a:spcBef>
                <a:spcPts val="0"/>
              </a:spcBef>
              <a:spcAft>
                <a:spcPts val="0"/>
              </a:spcAft>
              <a:buClr>
                <a:schemeClr val="dk1"/>
              </a:buClr>
              <a:buSzPts val="2800"/>
              <a:buFont typeface="Hanken Grotesk"/>
              <a:buNone/>
              <a:defRPr sz="2800"/>
            </a:lvl3pPr>
            <a:lvl4pPr lvl="3" algn="r">
              <a:spcBef>
                <a:spcPts val="0"/>
              </a:spcBef>
              <a:spcAft>
                <a:spcPts val="0"/>
              </a:spcAft>
              <a:buClr>
                <a:schemeClr val="dk1"/>
              </a:buClr>
              <a:buSzPts val="2800"/>
              <a:buFont typeface="Hanken Grotesk"/>
              <a:buNone/>
              <a:defRPr sz="2800"/>
            </a:lvl4pPr>
            <a:lvl5pPr lvl="4" algn="r">
              <a:spcBef>
                <a:spcPts val="0"/>
              </a:spcBef>
              <a:spcAft>
                <a:spcPts val="0"/>
              </a:spcAft>
              <a:buClr>
                <a:schemeClr val="dk1"/>
              </a:buClr>
              <a:buSzPts val="2800"/>
              <a:buFont typeface="Hanken Grotesk"/>
              <a:buNone/>
              <a:defRPr sz="2800"/>
            </a:lvl5pPr>
            <a:lvl6pPr lvl="5" algn="r">
              <a:spcBef>
                <a:spcPts val="0"/>
              </a:spcBef>
              <a:spcAft>
                <a:spcPts val="0"/>
              </a:spcAft>
              <a:buClr>
                <a:schemeClr val="dk1"/>
              </a:buClr>
              <a:buSzPts val="2800"/>
              <a:buFont typeface="Hanken Grotesk"/>
              <a:buNone/>
              <a:defRPr sz="2800"/>
            </a:lvl6pPr>
            <a:lvl7pPr lvl="6" algn="r">
              <a:spcBef>
                <a:spcPts val="0"/>
              </a:spcBef>
              <a:spcAft>
                <a:spcPts val="0"/>
              </a:spcAft>
              <a:buClr>
                <a:schemeClr val="dk1"/>
              </a:buClr>
              <a:buSzPts val="2800"/>
              <a:buFont typeface="Hanken Grotesk"/>
              <a:buNone/>
              <a:defRPr sz="2800"/>
            </a:lvl7pPr>
            <a:lvl8pPr lvl="7" algn="r">
              <a:spcBef>
                <a:spcPts val="0"/>
              </a:spcBef>
              <a:spcAft>
                <a:spcPts val="0"/>
              </a:spcAft>
              <a:buClr>
                <a:schemeClr val="dk1"/>
              </a:buClr>
              <a:buSzPts val="2800"/>
              <a:buFont typeface="Hanken Grotesk"/>
              <a:buNone/>
              <a:defRPr sz="2800"/>
            </a:lvl8pPr>
            <a:lvl9pPr lvl="8" algn="r">
              <a:spcBef>
                <a:spcPts val="0"/>
              </a:spcBef>
              <a:spcAft>
                <a:spcPts val="0"/>
              </a:spcAft>
              <a:buClr>
                <a:schemeClr val="dk1"/>
              </a:buClr>
              <a:buSzPts val="2800"/>
              <a:buFont typeface="Hanken Grotesk"/>
              <a:buNone/>
              <a:defRPr sz="2800"/>
            </a:lvl9pPr>
          </a:lstStyle>
          <a:p>
            <a:endParaRPr/>
          </a:p>
        </p:txBody>
      </p:sp>
      <p:sp>
        <p:nvSpPr>
          <p:cNvPr id="390" name="Google Shape;390;p49"/>
          <p:cNvSpPr txBox="1">
            <a:spLocks noGrp="1"/>
          </p:cNvSpPr>
          <p:nvPr>
            <p:ph type="title"/>
          </p:nvPr>
        </p:nvSpPr>
        <p:spPr>
          <a:xfrm>
            <a:off x="594025" y="184702"/>
            <a:ext cx="3696300" cy="153900"/>
          </a:xfrm>
          <a:prstGeom prst="rect">
            <a:avLst/>
          </a:prstGeom>
        </p:spPr>
        <p:txBody>
          <a:bodyPr spcFirstLastPara="1" wrap="square" lIns="0" tIns="0" rIns="0" bIns="0" anchor="ctr" anchorCtr="0">
            <a:normAutofit/>
          </a:bodyPr>
          <a:lstStyle>
            <a:lvl1pPr lvl="0">
              <a:spcBef>
                <a:spcPts val="0"/>
              </a:spcBef>
              <a:spcAft>
                <a:spcPts val="0"/>
              </a:spcAft>
              <a:buSzPts val="1000"/>
              <a:buFont typeface="Hanken Grotesk"/>
              <a:buNone/>
              <a:defRPr sz="1000" b="1">
                <a:latin typeface="Hanken Grotesk"/>
                <a:ea typeface="Hanken Grotesk"/>
                <a:cs typeface="Hanken Grotesk"/>
                <a:sym typeface="Hanken Grotesk"/>
              </a:defRPr>
            </a:lvl1pPr>
            <a:lvl2pPr lvl="1">
              <a:spcBef>
                <a:spcPts val="0"/>
              </a:spcBef>
              <a:spcAft>
                <a:spcPts val="0"/>
              </a:spcAft>
              <a:buSzPts val="1000"/>
              <a:buFont typeface="Hanken Grotesk"/>
              <a:buNone/>
              <a:defRPr sz="1000" b="1">
                <a:latin typeface="Hanken Grotesk"/>
                <a:ea typeface="Hanken Grotesk"/>
                <a:cs typeface="Hanken Grotesk"/>
                <a:sym typeface="Hanken Grotesk"/>
              </a:defRPr>
            </a:lvl2pPr>
            <a:lvl3pPr lvl="2">
              <a:spcBef>
                <a:spcPts val="0"/>
              </a:spcBef>
              <a:spcAft>
                <a:spcPts val="0"/>
              </a:spcAft>
              <a:buSzPts val="1000"/>
              <a:buFont typeface="Hanken Grotesk"/>
              <a:buNone/>
              <a:defRPr sz="1000" b="1">
                <a:latin typeface="Hanken Grotesk"/>
                <a:ea typeface="Hanken Grotesk"/>
                <a:cs typeface="Hanken Grotesk"/>
                <a:sym typeface="Hanken Grotesk"/>
              </a:defRPr>
            </a:lvl3pPr>
            <a:lvl4pPr lvl="3">
              <a:spcBef>
                <a:spcPts val="0"/>
              </a:spcBef>
              <a:spcAft>
                <a:spcPts val="0"/>
              </a:spcAft>
              <a:buSzPts val="1000"/>
              <a:buFont typeface="Hanken Grotesk"/>
              <a:buNone/>
              <a:defRPr sz="1000" b="1">
                <a:latin typeface="Hanken Grotesk"/>
                <a:ea typeface="Hanken Grotesk"/>
                <a:cs typeface="Hanken Grotesk"/>
                <a:sym typeface="Hanken Grotesk"/>
              </a:defRPr>
            </a:lvl4pPr>
            <a:lvl5pPr lvl="4">
              <a:spcBef>
                <a:spcPts val="0"/>
              </a:spcBef>
              <a:spcAft>
                <a:spcPts val="0"/>
              </a:spcAft>
              <a:buSzPts val="1000"/>
              <a:buFont typeface="Hanken Grotesk"/>
              <a:buNone/>
              <a:defRPr sz="1000" b="1">
                <a:latin typeface="Hanken Grotesk"/>
                <a:ea typeface="Hanken Grotesk"/>
                <a:cs typeface="Hanken Grotesk"/>
                <a:sym typeface="Hanken Grotesk"/>
              </a:defRPr>
            </a:lvl5pPr>
            <a:lvl6pPr lvl="5">
              <a:spcBef>
                <a:spcPts val="0"/>
              </a:spcBef>
              <a:spcAft>
                <a:spcPts val="0"/>
              </a:spcAft>
              <a:buSzPts val="1000"/>
              <a:buFont typeface="Hanken Grotesk"/>
              <a:buNone/>
              <a:defRPr sz="1000" b="1">
                <a:latin typeface="Hanken Grotesk"/>
                <a:ea typeface="Hanken Grotesk"/>
                <a:cs typeface="Hanken Grotesk"/>
                <a:sym typeface="Hanken Grotesk"/>
              </a:defRPr>
            </a:lvl6pPr>
            <a:lvl7pPr lvl="6">
              <a:spcBef>
                <a:spcPts val="0"/>
              </a:spcBef>
              <a:spcAft>
                <a:spcPts val="0"/>
              </a:spcAft>
              <a:buSzPts val="1000"/>
              <a:buFont typeface="Hanken Grotesk"/>
              <a:buNone/>
              <a:defRPr sz="1000" b="1">
                <a:latin typeface="Hanken Grotesk"/>
                <a:ea typeface="Hanken Grotesk"/>
                <a:cs typeface="Hanken Grotesk"/>
                <a:sym typeface="Hanken Grotesk"/>
              </a:defRPr>
            </a:lvl7pPr>
            <a:lvl8pPr lvl="7">
              <a:spcBef>
                <a:spcPts val="0"/>
              </a:spcBef>
              <a:spcAft>
                <a:spcPts val="0"/>
              </a:spcAft>
              <a:buSzPts val="1000"/>
              <a:buFont typeface="Hanken Grotesk"/>
              <a:buNone/>
              <a:defRPr sz="1000" b="1">
                <a:latin typeface="Hanken Grotesk"/>
                <a:ea typeface="Hanken Grotesk"/>
                <a:cs typeface="Hanken Grotesk"/>
                <a:sym typeface="Hanken Grotesk"/>
              </a:defRPr>
            </a:lvl8pPr>
            <a:lvl9pPr lvl="8">
              <a:spcBef>
                <a:spcPts val="0"/>
              </a:spcBef>
              <a:spcAft>
                <a:spcPts val="0"/>
              </a:spcAft>
              <a:buSzPts val="1000"/>
              <a:buFont typeface="Hanken Grotesk"/>
              <a:buNone/>
              <a:defRPr sz="1000" b="1">
                <a:latin typeface="Hanken Grotesk"/>
                <a:ea typeface="Hanken Grotesk"/>
                <a:cs typeface="Hanken Grotesk"/>
                <a:sym typeface="Hanken Grotesk"/>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Background Folder Orange">
  <p:cSld name="CUSTOM_1">
    <p:spTree>
      <p:nvGrpSpPr>
        <p:cNvPr id="1" name="Shape 391"/>
        <p:cNvGrpSpPr/>
        <p:nvPr/>
      </p:nvGrpSpPr>
      <p:grpSpPr>
        <a:xfrm>
          <a:off x="0" y="0"/>
          <a:ext cx="0" cy="0"/>
          <a:chOff x="0" y="0"/>
          <a:chExt cx="0" cy="0"/>
        </a:xfrm>
      </p:grpSpPr>
      <p:sp>
        <p:nvSpPr>
          <p:cNvPr id="392" name="Google Shape;392;p50"/>
          <p:cNvSpPr txBox="1">
            <a:spLocks noGrp="1"/>
          </p:cNvSpPr>
          <p:nvPr>
            <p:ph type="subTitle" idx="1"/>
          </p:nvPr>
        </p:nvSpPr>
        <p:spPr>
          <a:xfrm>
            <a:off x="131460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93" name="Google Shape;393;p50"/>
          <p:cNvSpPr txBox="1">
            <a:spLocks noGrp="1"/>
          </p:cNvSpPr>
          <p:nvPr>
            <p:ph type="subTitle" idx="2"/>
          </p:nvPr>
        </p:nvSpPr>
        <p:spPr>
          <a:xfrm>
            <a:off x="2783538"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94" name="Google Shape;394;p50"/>
          <p:cNvSpPr/>
          <p:nvPr/>
        </p:nvSpPr>
        <p:spPr>
          <a:xfrm>
            <a:off x="-2450" y="486600"/>
            <a:ext cx="9144000" cy="46569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395" name="Google Shape;395;p50"/>
          <p:cNvSpPr txBox="1">
            <a:spLocks noGrp="1"/>
          </p:cNvSpPr>
          <p:nvPr>
            <p:ph type="subTitle" idx="3"/>
          </p:nvPr>
        </p:nvSpPr>
        <p:spPr>
          <a:xfrm>
            <a:off x="422885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96" name="Google Shape;396;p50"/>
          <p:cNvSpPr txBox="1">
            <a:spLocks noGrp="1"/>
          </p:cNvSpPr>
          <p:nvPr>
            <p:ph type="subTitle" idx="4"/>
          </p:nvPr>
        </p:nvSpPr>
        <p:spPr>
          <a:xfrm>
            <a:off x="572410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397" name="Google Shape;397;p50"/>
          <p:cNvSpPr txBox="1">
            <a:spLocks noGrp="1"/>
          </p:cNvSpPr>
          <p:nvPr>
            <p:ph type="title"/>
          </p:nvPr>
        </p:nvSpPr>
        <p:spPr>
          <a:xfrm>
            <a:off x="1399000" y="2328176"/>
            <a:ext cx="6881700" cy="781500"/>
          </a:xfrm>
          <a:prstGeom prst="rect">
            <a:avLst/>
          </a:prstGeom>
        </p:spPr>
        <p:txBody>
          <a:bodyPr spcFirstLastPara="1" wrap="square" lIns="91425" tIns="0" rIns="91425" bIns="0" anchor="t" anchorCtr="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398" name="Google Shape;398;p50"/>
          <p:cNvSpPr txBox="1">
            <a:spLocks noGrp="1"/>
          </p:cNvSpPr>
          <p:nvPr>
            <p:ph type="title" idx="5"/>
          </p:nvPr>
        </p:nvSpPr>
        <p:spPr>
          <a:xfrm>
            <a:off x="1399000" y="3779000"/>
            <a:ext cx="6881700" cy="774000"/>
          </a:xfrm>
          <a:prstGeom prst="rect">
            <a:avLst/>
          </a:prstGeom>
        </p:spPr>
        <p:txBody>
          <a:bodyPr spcFirstLastPara="1" wrap="square" lIns="91425" tIns="0" rIns="91425" bIns="0" anchor="t" anchorCtr="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399" name="Google Shape;399;p50"/>
          <p:cNvSpPr txBox="1">
            <a:spLocks noGrp="1"/>
          </p:cNvSpPr>
          <p:nvPr>
            <p:ph type="title" idx="6"/>
          </p:nvPr>
        </p:nvSpPr>
        <p:spPr>
          <a:xfrm>
            <a:off x="1399000" y="858998"/>
            <a:ext cx="6881700" cy="781500"/>
          </a:xfrm>
          <a:prstGeom prst="rect">
            <a:avLst/>
          </a:prstGeom>
        </p:spPr>
        <p:txBody>
          <a:bodyPr spcFirstLastPara="1" wrap="square" lIns="91425" tIns="0" rIns="91425" bIns="0" anchor="t" anchorCtr="0">
            <a:normAutofit/>
          </a:bodyPr>
          <a:lstStyle>
            <a:lvl1pPr lvl="0">
              <a:spcBef>
                <a:spcPts val="0"/>
              </a:spcBef>
              <a:spcAft>
                <a:spcPts val="0"/>
              </a:spcAft>
              <a:buSzPts val="4200"/>
              <a:buFont typeface="Hanken Grotesk Light"/>
              <a:buNone/>
              <a:defRPr sz="4200">
                <a:latin typeface="Hanken Grotesk Light"/>
                <a:ea typeface="Hanken Grotesk Light"/>
                <a:cs typeface="Hanken Grotesk Light"/>
                <a:sym typeface="Hanken Grotesk Light"/>
              </a:defRPr>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400" name="Google Shape;400;p50"/>
          <p:cNvSpPr/>
          <p:nvPr/>
        </p:nvSpPr>
        <p:spPr>
          <a:xfrm>
            <a:off x="1399001" y="4559050"/>
            <a:ext cx="1440300" cy="2520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401" name="Google Shape;401;p50"/>
          <p:cNvSpPr/>
          <p:nvPr/>
        </p:nvSpPr>
        <p:spPr>
          <a:xfrm>
            <a:off x="1399026" y="3106187"/>
            <a:ext cx="1440300" cy="2520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402" name="Google Shape;402;p50"/>
          <p:cNvSpPr/>
          <p:nvPr/>
        </p:nvSpPr>
        <p:spPr>
          <a:xfrm>
            <a:off x="1399001" y="1640387"/>
            <a:ext cx="1440300" cy="252000"/>
          </a:xfrm>
          <a:prstGeom prst="roundRect">
            <a:avLst>
              <a:gd name="adj" fmla="val 50000"/>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403" name="Google Shape;403;p50"/>
          <p:cNvSpPr txBox="1">
            <a:spLocks noGrp="1"/>
          </p:cNvSpPr>
          <p:nvPr>
            <p:ph type="title" idx="7"/>
          </p:nvPr>
        </p:nvSpPr>
        <p:spPr>
          <a:xfrm>
            <a:off x="1552450" y="3144818"/>
            <a:ext cx="1133400" cy="176700"/>
          </a:xfrm>
          <a:prstGeom prst="rect">
            <a:avLst/>
          </a:prstGeom>
        </p:spPr>
        <p:txBody>
          <a:bodyPr spcFirstLastPara="1" wrap="square" lIns="91425" tIns="0" rIns="91425" bIns="91425" anchor="t" anchorCtr="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404" name="Google Shape;404;p50"/>
          <p:cNvSpPr txBox="1">
            <a:spLocks noGrp="1"/>
          </p:cNvSpPr>
          <p:nvPr>
            <p:ph type="title" idx="8"/>
          </p:nvPr>
        </p:nvSpPr>
        <p:spPr>
          <a:xfrm>
            <a:off x="1552450" y="4601474"/>
            <a:ext cx="1133400" cy="176700"/>
          </a:xfrm>
          <a:prstGeom prst="rect">
            <a:avLst/>
          </a:prstGeom>
        </p:spPr>
        <p:txBody>
          <a:bodyPr spcFirstLastPara="1" wrap="square" lIns="91425" tIns="0" rIns="91425" bIns="91425" anchor="t" anchorCtr="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405" name="Google Shape;405;p50"/>
          <p:cNvSpPr txBox="1">
            <a:spLocks noGrp="1"/>
          </p:cNvSpPr>
          <p:nvPr>
            <p:ph type="title" idx="9"/>
          </p:nvPr>
        </p:nvSpPr>
        <p:spPr>
          <a:xfrm>
            <a:off x="1552450" y="1678277"/>
            <a:ext cx="1133400" cy="176700"/>
          </a:xfrm>
          <a:prstGeom prst="rect">
            <a:avLst/>
          </a:prstGeom>
        </p:spPr>
        <p:txBody>
          <a:bodyPr spcFirstLastPara="1" wrap="square" lIns="91425" tIns="0" rIns="91425" bIns="91425" anchor="t" anchorCtr="0">
            <a:normAutofit/>
          </a:bodyPr>
          <a:lstStyle>
            <a:lvl1pPr lvl="0" algn="ctr">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1pPr>
            <a:lvl2pPr lvl="1">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2pPr>
            <a:lvl3pPr lvl="2">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3pPr>
            <a:lvl4pPr lvl="3">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4pPr>
            <a:lvl5pPr lvl="4">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5pPr>
            <a:lvl6pPr lvl="5">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6pPr>
            <a:lvl7pPr lvl="6">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7pPr>
            <a:lvl8pPr lvl="7">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8pPr>
            <a:lvl9pPr lvl="8">
              <a:spcBef>
                <a:spcPts val="0"/>
              </a:spcBef>
              <a:spcAft>
                <a:spcPts val="0"/>
              </a:spcAft>
              <a:buSzPts val="10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406" name="Google Shape;406;p50"/>
          <p:cNvSpPr>
            <a:spLocks noGrp="1"/>
          </p:cNvSpPr>
          <p:nvPr>
            <p:ph type="pic" idx="13"/>
          </p:nvPr>
        </p:nvSpPr>
        <p:spPr>
          <a:xfrm>
            <a:off x="325850" y="928525"/>
            <a:ext cx="930900" cy="930900"/>
          </a:xfrm>
          <a:prstGeom prst="roundRect">
            <a:avLst>
              <a:gd name="adj" fmla="val 12343"/>
            </a:avLst>
          </a:prstGeom>
          <a:solidFill>
            <a:schemeClr val="lt1"/>
          </a:solidFill>
          <a:ln>
            <a:noFill/>
          </a:ln>
        </p:spPr>
      </p:sp>
      <p:sp>
        <p:nvSpPr>
          <p:cNvPr id="407" name="Google Shape;407;p50"/>
          <p:cNvSpPr>
            <a:spLocks noGrp="1"/>
          </p:cNvSpPr>
          <p:nvPr>
            <p:ph type="pic" idx="14"/>
          </p:nvPr>
        </p:nvSpPr>
        <p:spPr>
          <a:xfrm>
            <a:off x="325850" y="2396325"/>
            <a:ext cx="930900" cy="930900"/>
          </a:xfrm>
          <a:prstGeom prst="roundRect">
            <a:avLst>
              <a:gd name="adj" fmla="val 12343"/>
            </a:avLst>
          </a:prstGeom>
          <a:solidFill>
            <a:schemeClr val="lt1"/>
          </a:solidFill>
          <a:ln>
            <a:noFill/>
          </a:ln>
        </p:spPr>
      </p:sp>
      <p:sp>
        <p:nvSpPr>
          <p:cNvPr id="408" name="Google Shape;408;p50"/>
          <p:cNvSpPr>
            <a:spLocks noGrp="1"/>
          </p:cNvSpPr>
          <p:nvPr>
            <p:ph type="pic" idx="15"/>
          </p:nvPr>
        </p:nvSpPr>
        <p:spPr>
          <a:xfrm>
            <a:off x="325850" y="3849175"/>
            <a:ext cx="930900" cy="930900"/>
          </a:xfrm>
          <a:prstGeom prst="roundRect">
            <a:avLst>
              <a:gd name="adj" fmla="val 12343"/>
            </a:avLst>
          </a:prstGeom>
          <a:solidFill>
            <a:schemeClr val="lt1"/>
          </a:solidFill>
          <a:ln>
            <a:noFill/>
          </a:ln>
        </p:spPr>
      </p:sp>
      <p:sp>
        <p:nvSpPr>
          <p:cNvPr id="409" name="Google Shape;409;p50"/>
          <p:cNvSpPr txBox="1">
            <a:spLocks noGrp="1"/>
          </p:cNvSpPr>
          <p:nvPr>
            <p:ph type="body" idx="16"/>
          </p:nvPr>
        </p:nvSpPr>
        <p:spPr>
          <a:xfrm>
            <a:off x="3060150" y="1598250"/>
            <a:ext cx="5311800" cy="403500"/>
          </a:xfrm>
          <a:prstGeom prst="rect">
            <a:avLst/>
          </a:prstGeom>
        </p:spPr>
        <p:txBody>
          <a:bodyPr spcFirstLastPara="1" wrap="square" lIns="91425" tIns="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10" name="Google Shape;410;p50"/>
          <p:cNvSpPr txBox="1">
            <a:spLocks noGrp="1"/>
          </p:cNvSpPr>
          <p:nvPr>
            <p:ph type="body" idx="17"/>
          </p:nvPr>
        </p:nvSpPr>
        <p:spPr>
          <a:xfrm>
            <a:off x="3060150" y="3108200"/>
            <a:ext cx="5311800" cy="403500"/>
          </a:xfrm>
          <a:prstGeom prst="rect">
            <a:avLst/>
          </a:prstGeom>
        </p:spPr>
        <p:txBody>
          <a:bodyPr spcFirstLastPara="1" wrap="square" lIns="91425" tIns="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11" name="Google Shape;411;p50"/>
          <p:cNvSpPr txBox="1">
            <a:spLocks noGrp="1"/>
          </p:cNvSpPr>
          <p:nvPr>
            <p:ph type="body" idx="18"/>
          </p:nvPr>
        </p:nvSpPr>
        <p:spPr>
          <a:xfrm>
            <a:off x="3060150" y="4553025"/>
            <a:ext cx="5311800" cy="403500"/>
          </a:xfrm>
          <a:prstGeom prst="rect">
            <a:avLst/>
          </a:prstGeom>
        </p:spPr>
        <p:txBody>
          <a:bodyPr spcFirstLastPara="1" wrap="square" lIns="91425" tIns="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Background Folder Orange 2">
  <p:cSld name="CUSTOM_1_2">
    <p:spTree>
      <p:nvGrpSpPr>
        <p:cNvPr id="1" name="Shape 412"/>
        <p:cNvGrpSpPr/>
        <p:nvPr/>
      </p:nvGrpSpPr>
      <p:grpSpPr>
        <a:xfrm>
          <a:off x="0" y="0"/>
          <a:ext cx="0" cy="0"/>
          <a:chOff x="0" y="0"/>
          <a:chExt cx="0" cy="0"/>
        </a:xfrm>
      </p:grpSpPr>
      <p:sp>
        <p:nvSpPr>
          <p:cNvPr id="413" name="Google Shape;413;p51"/>
          <p:cNvSpPr/>
          <p:nvPr/>
        </p:nvSpPr>
        <p:spPr>
          <a:xfrm>
            <a:off x="-2450" y="486600"/>
            <a:ext cx="9144000" cy="46569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14" name="Google Shape;414;p51"/>
          <p:cNvSpPr txBox="1">
            <a:spLocks noGrp="1"/>
          </p:cNvSpPr>
          <p:nvPr>
            <p:ph type="subTitle" idx="1"/>
          </p:nvPr>
        </p:nvSpPr>
        <p:spPr>
          <a:xfrm>
            <a:off x="131460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15" name="Google Shape;415;p51"/>
          <p:cNvSpPr txBox="1">
            <a:spLocks noGrp="1"/>
          </p:cNvSpPr>
          <p:nvPr>
            <p:ph type="subTitle" idx="2"/>
          </p:nvPr>
        </p:nvSpPr>
        <p:spPr>
          <a:xfrm>
            <a:off x="2783538"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16" name="Google Shape;416;p51"/>
          <p:cNvSpPr txBox="1">
            <a:spLocks noGrp="1"/>
          </p:cNvSpPr>
          <p:nvPr>
            <p:ph type="subTitle" idx="3"/>
          </p:nvPr>
        </p:nvSpPr>
        <p:spPr>
          <a:xfrm>
            <a:off x="422885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17" name="Google Shape;417;p51"/>
          <p:cNvSpPr txBox="1">
            <a:spLocks noGrp="1"/>
          </p:cNvSpPr>
          <p:nvPr>
            <p:ph type="subTitle" idx="4"/>
          </p:nvPr>
        </p:nvSpPr>
        <p:spPr>
          <a:xfrm>
            <a:off x="572410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418" name="Google Shape;418;p51"/>
          <p:cNvSpPr txBox="1">
            <a:spLocks noGrp="1"/>
          </p:cNvSpPr>
          <p:nvPr>
            <p:ph type="title"/>
          </p:nvPr>
        </p:nvSpPr>
        <p:spPr>
          <a:xfrm>
            <a:off x="596525" y="753331"/>
            <a:ext cx="7062000" cy="855000"/>
          </a:xfrm>
          <a:prstGeom prst="rect">
            <a:avLst/>
          </a:prstGeom>
        </p:spPr>
        <p:txBody>
          <a:bodyPr spcFirstLastPara="1" wrap="square" lIns="91425" tIns="0" rIns="91425" bIns="91425" anchor="t" anchorCtr="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19" name="Google Shape;419;p51"/>
          <p:cNvSpPr txBox="1">
            <a:spLocks noGrp="1"/>
          </p:cNvSpPr>
          <p:nvPr>
            <p:ph type="title" idx="5"/>
          </p:nvPr>
        </p:nvSpPr>
        <p:spPr>
          <a:xfrm>
            <a:off x="1279000" y="2812875"/>
            <a:ext cx="2242800" cy="365700"/>
          </a:xfrm>
          <a:prstGeom prst="rect">
            <a:avLst/>
          </a:prstGeom>
        </p:spPr>
        <p:txBody>
          <a:bodyPr spcFirstLastPara="1" wrap="square" lIns="91425" tIns="0" rIns="91425" bIns="91425" anchor="t" anchorCtr="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0" name="Google Shape;420;p51"/>
          <p:cNvSpPr txBox="1">
            <a:spLocks noGrp="1"/>
          </p:cNvSpPr>
          <p:nvPr>
            <p:ph type="title" idx="6"/>
          </p:nvPr>
        </p:nvSpPr>
        <p:spPr>
          <a:xfrm>
            <a:off x="1279000" y="3854630"/>
            <a:ext cx="2242800" cy="365700"/>
          </a:xfrm>
          <a:prstGeom prst="rect">
            <a:avLst/>
          </a:prstGeom>
        </p:spPr>
        <p:txBody>
          <a:bodyPr spcFirstLastPara="1" wrap="square" lIns="91425" tIns="0" rIns="91425" bIns="91425" anchor="t" anchorCtr="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1" name="Google Shape;421;p51"/>
          <p:cNvSpPr txBox="1">
            <a:spLocks noGrp="1"/>
          </p:cNvSpPr>
          <p:nvPr>
            <p:ph type="title" idx="7"/>
          </p:nvPr>
        </p:nvSpPr>
        <p:spPr>
          <a:xfrm>
            <a:off x="4917850" y="1749478"/>
            <a:ext cx="2242800" cy="365700"/>
          </a:xfrm>
          <a:prstGeom prst="rect">
            <a:avLst/>
          </a:prstGeom>
        </p:spPr>
        <p:txBody>
          <a:bodyPr spcFirstLastPara="1" wrap="square" lIns="91425" tIns="0" rIns="91425" bIns="91425" anchor="t" anchorCtr="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22" name="Google Shape;422;p51"/>
          <p:cNvSpPr txBox="1">
            <a:spLocks noGrp="1"/>
          </p:cNvSpPr>
          <p:nvPr>
            <p:ph type="title" idx="8"/>
          </p:nvPr>
        </p:nvSpPr>
        <p:spPr>
          <a:xfrm>
            <a:off x="4917850" y="3854630"/>
            <a:ext cx="2242800" cy="365700"/>
          </a:xfrm>
          <a:prstGeom prst="rect">
            <a:avLst/>
          </a:prstGeom>
        </p:spPr>
        <p:txBody>
          <a:bodyPr spcFirstLastPara="1" wrap="square" lIns="91425" tIns="0" rIns="91425" bIns="91425" anchor="t" anchorCtr="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3" name="Google Shape;423;p51"/>
          <p:cNvSpPr txBox="1">
            <a:spLocks noGrp="1"/>
          </p:cNvSpPr>
          <p:nvPr>
            <p:ph type="title" idx="9"/>
          </p:nvPr>
        </p:nvSpPr>
        <p:spPr>
          <a:xfrm>
            <a:off x="4925175" y="2812875"/>
            <a:ext cx="2242800" cy="365700"/>
          </a:xfrm>
          <a:prstGeom prst="rect">
            <a:avLst/>
          </a:prstGeom>
        </p:spPr>
        <p:txBody>
          <a:bodyPr spcFirstLastPara="1" wrap="square" lIns="91425" tIns="0" rIns="91425" bIns="91425" anchor="t" anchorCtr="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24" name="Google Shape;424;p51"/>
          <p:cNvSpPr>
            <a:spLocks noGrp="1"/>
          </p:cNvSpPr>
          <p:nvPr>
            <p:ph type="pic" idx="13"/>
          </p:nvPr>
        </p:nvSpPr>
        <p:spPr>
          <a:xfrm>
            <a:off x="4021150" y="1690575"/>
            <a:ext cx="735600" cy="735600"/>
          </a:xfrm>
          <a:prstGeom prst="ellipse">
            <a:avLst/>
          </a:prstGeom>
          <a:noFill/>
          <a:ln>
            <a:noFill/>
          </a:ln>
        </p:spPr>
        <p:txBody>
          <a:bodyPr/>
          <a:lstStyle/>
          <a:p>
            <a:endParaRPr lang="en-CA"/>
          </a:p>
        </p:txBody>
      </p:sp>
      <p:sp>
        <p:nvSpPr>
          <p:cNvPr id="425" name="Google Shape;425;p51"/>
          <p:cNvSpPr>
            <a:spLocks noGrp="1"/>
          </p:cNvSpPr>
          <p:nvPr>
            <p:ph type="pic" idx="14"/>
          </p:nvPr>
        </p:nvSpPr>
        <p:spPr>
          <a:xfrm>
            <a:off x="4021150" y="2738375"/>
            <a:ext cx="735600" cy="735600"/>
          </a:xfrm>
          <a:prstGeom prst="ellipse">
            <a:avLst/>
          </a:prstGeom>
          <a:noFill/>
          <a:ln>
            <a:noFill/>
          </a:ln>
        </p:spPr>
        <p:txBody>
          <a:bodyPr/>
          <a:lstStyle/>
          <a:p>
            <a:endParaRPr lang="en-CA"/>
          </a:p>
        </p:txBody>
      </p:sp>
      <p:sp>
        <p:nvSpPr>
          <p:cNvPr id="426" name="Google Shape;426;p51"/>
          <p:cNvSpPr>
            <a:spLocks noGrp="1"/>
          </p:cNvSpPr>
          <p:nvPr>
            <p:ph type="pic" idx="15"/>
          </p:nvPr>
        </p:nvSpPr>
        <p:spPr>
          <a:xfrm>
            <a:off x="4021150" y="3789600"/>
            <a:ext cx="735600" cy="735600"/>
          </a:xfrm>
          <a:prstGeom prst="ellipse">
            <a:avLst/>
          </a:prstGeom>
          <a:noFill/>
          <a:ln>
            <a:noFill/>
          </a:ln>
        </p:spPr>
        <p:txBody>
          <a:bodyPr/>
          <a:lstStyle/>
          <a:p>
            <a:endParaRPr lang="en-CA"/>
          </a:p>
        </p:txBody>
      </p:sp>
      <p:sp>
        <p:nvSpPr>
          <p:cNvPr id="427" name="Google Shape;427;p51"/>
          <p:cNvSpPr>
            <a:spLocks noGrp="1"/>
          </p:cNvSpPr>
          <p:nvPr>
            <p:ph type="pic" idx="16"/>
          </p:nvPr>
        </p:nvSpPr>
        <p:spPr>
          <a:xfrm>
            <a:off x="377300" y="1690575"/>
            <a:ext cx="735600" cy="735600"/>
          </a:xfrm>
          <a:prstGeom prst="ellipse">
            <a:avLst/>
          </a:prstGeom>
          <a:noFill/>
          <a:ln>
            <a:noFill/>
          </a:ln>
        </p:spPr>
        <p:txBody>
          <a:bodyPr/>
          <a:lstStyle/>
          <a:p>
            <a:endParaRPr lang="en-CA"/>
          </a:p>
        </p:txBody>
      </p:sp>
      <p:sp>
        <p:nvSpPr>
          <p:cNvPr id="428" name="Google Shape;428;p51"/>
          <p:cNvSpPr>
            <a:spLocks noGrp="1"/>
          </p:cNvSpPr>
          <p:nvPr>
            <p:ph type="pic" idx="17"/>
          </p:nvPr>
        </p:nvSpPr>
        <p:spPr>
          <a:xfrm>
            <a:off x="377300" y="2738375"/>
            <a:ext cx="735600" cy="735600"/>
          </a:xfrm>
          <a:prstGeom prst="ellipse">
            <a:avLst/>
          </a:prstGeom>
          <a:noFill/>
          <a:ln>
            <a:noFill/>
          </a:ln>
        </p:spPr>
        <p:txBody>
          <a:bodyPr/>
          <a:lstStyle/>
          <a:p>
            <a:endParaRPr lang="en-CA"/>
          </a:p>
        </p:txBody>
      </p:sp>
      <p:sp>
        <p:nvSpPr>
          <p:cNvPr id="429" name="Google Shape;429;p51"/>
          <p:cNvSpPr>
            <a:spLocks noGrp="1"/>
          </p:cNvSpPr>
          <p:nvPr>
            <p:ph type="pic" idx="18"/>
          </p:nvPr>
        </p:nvSpPr>
        <p:spPr>
          <a:xfrm>
            <a:off x="377300" y="3789600"/>
            <a:ext cx="735600" cy="735600"/>
          </a:xfrm>
          <a:prstGeom prst="ellipse">
            <a:avLst/>
          </a:prstGeom>
          <a:noFill/>
          <a:ln>
            <a:noFill/>
          </a:ln>
        </p:spPr>
        <p:txBody>
          <a:bodyPr/>
          <a:lstStyle/>
          <a:p>
            <a:endParaRPr lang="en-CA"/>
          </a:p>
        </p:txBody>
      </p:sp>
      <p:sp>
        <p:nvSpPr>
          <p:cNvPr id="430" name="Google Shape;430;p51"/>
          <p:cNvSpPr txBox="1">
            <a:spLocks noGrp="1"/>
          </p:cNvSpPr>
          <p:nvPr>
            <p:ph type="title" idx="19"/>
          </p:nvPr>
        </p:nvSpPr>
        <p:spPr>
          <a:xfrm>
            <a:off x="1279000" y="1749478"/>
            <a:ext cx="2242800" cy="365700"/>
          </a:xfrm>
          <a:prstGeom prst="rect">
            <a:avLst/>
          </a:prstGeom>
        </p:spPr>
        <p:txBody>
          <a:bodyPr spcFirstLastPara="1" wrap="square" lIns="91425" tIns="0" rIns="91425" bIns="91425" anchor="t" anchorCtr="0">
            <a:normAutofit/>
          </a:bodyPr>
          <a:lstStyle>
            <a:lvl1pPr lvl="0">
              <a:spcBef>
                <a:spcPts val="0"/>
              </a:spcBef>
              <a:spcAft>
                <a:spcPts val="0"/>
              </a:spcAft>
              <a:buSzPts val="1800"/>
              <a:buNone/>
              <a:defRPr sz="1800">
                <a:latin typeface="Hanken Grotesk Light"/>
                <a:ea typeface="Hanken Grotesk Light"/>
                <a:cs typeface="Hanken Grotesk Light"/>
                <a:sym typeface="Hanken Grotesk Light"/>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31" name="Google Shape;431;p51"/>
          <p:cNvSpPr txBox="1">
            <a:spLocks noGrp="1"/>
          </p:cNvSpPr>
          <p:nvPr>
            <p:ph type="body" idx="20"/>
          </p:nvPr>
        </p:nvSpPr>
        <p:spPr>
          <a:xfrm>
            <a:off x="1279000" y="2100550"/>
            <a:ext cx="2242800" cy="262500"/>
          </a:xfrm>
          <a:prstGeom prst="rect">
            <a:avLst/>
          </a:prstGeom>
        </p:spPr>
        <p:txBody>
          <a:bodyPr spcFirstLastPara="1" wrap="square" lIns="91425" tIns="3600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32" name="Google Shape;432;p51"/>
          <p:cNvSpPr txBox="1">
            <a:spLocks noGrp="1"/>
          </p:cNvSpPr>
          <p:nvPr>
            <p:ph type="body" idx="21"/>
          </p:nvPr>
        </p:nvSpPr>
        <p:spPr>
          <a:xfrm>
            <a:off x="1279000" y="4205800"/>
            <a:ext cx="2242800" cy="262500"/>
          </a:xfrm>
          <a:prstGeom prst="rect">
            <a:avLst/>
          </a:prstGeom>
        </p:spPr>
        <p:txBody>
          <a:bodyPr spcFirstLastPara="1" wrap="square" lIns="91425" tIns="3600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33" name="Google Shape;433;p51"/>
          <p:cNvSpPr txBox="1">
            <a:spLocks noGrp="1"/>
          </p:cNvSpPr>
          <p:nvPr>
            <p:ph type="body" idx="22"/>
          </p:nvPr>
        </p:nvSpPr>
        <p:spPr>
          <a:xfrm>
            <a:off x="1279000" y="3164025"/>
            <a:ext cx="2242800" cy="262500"/>
          </a:xfrm>
          <a:prstGeom prst="rect">
            <a:avLst/>
          </a:prstGeom>
        </p:spPr>
        <p:txBody>
          <a:bodyPr spcFirstLastPara="1" wrap="square" lIns="91425" tIns="3600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34" name="Google Shape;434;p51"/>
          <p:cNvSpPr txBox="1">
            <a:spLocks noGrp="1"/>
          </p:cNvSpPr>
          <p:nvPr>
            <p:ph type="body" idx="23"/>
          </p:nvPr>
        </p:nvSpPr>
        <p:spPr>
          <a:xfrm>
            <a:off x="4917850" y="2100550"/>
            <a:ext cx="2242800" cy="262500"/>
          </a:xfrm>
          <a:prstGeom prst="rect">
            <a:avLst/>
          </a:prstGeom>
        </p:spPr>
        <p:txBody>
          <a:bodyPr spcFirstLastPara="1" wrap="square" lIns="91425" tIns="3600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35" name="Google Shape;435;p51"/>
          <p:cNvSpPr txBox="1">
            <a:spLocks noGrp="1"/>
          </p:cNvSpPr>
          <p:nvPr>
            <p:ph type="body" idx="24"/>
          </p:nvPr>
        </p:nvSpPr>
        <p:spPr>
          <a:xfrm>
            <a:off x="4917850" y="4205800"/>
            <a:ext cx="2242800" cy="262500"/>
          </a:xfrm>
          <a:prstGeom prst="rect">
            <a:avLst/>
          </a:prstGeom>
        </p:spPr>
        <p:txBody>
          <a:bodyPr spcFirstLastPara="1" wrap="square" lIns="91425" tIns="3600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36" name="Google Shape;436;p51"/>
          <p:cNvSpPr txBox="1">
            <a:spLocks noGrp="1"/>
          </p:cNvSpPr>
          <p:nvPr>
            <p:ph type="body" idx="25"/>
          </p:nvPr>
        </p:nvSpPr>
        <p:spPr>
          <a:xfrm>
            <a:off x="4917850" y="3164025"/>
            <a:ext cx="2242800" cy="262500"/>
          </a:xfrm>
          <a:prstGeom prst="rect">
            <a:avLst/>
          </a:prstGeom>
        </p:spPr>
        <p:txBody>
          <a:bodyPr spcFirstLastPara="1" wrap="square" lIns="91425" tIns="36000"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with Folder">
  <p:cSld name="BLANK_1_1_1_1">
    <p:bg>
      <p:bgPr>
        <a:solidFill>
          <a:schemeClr val="dk2"/>
        </a:solidFill>
        <a:effectLst/>
      </p:bgPr>
    </p:bg>
    <p:spTree>
      <p:nvGrpSpPr>
        <p:cNvPr id="1" name="Shape 437"/>
        <p:cNvGrpSpPr/>
        <p:nvPr/>
      </p:nvGrpSpPr>
      <p:grpSpPr>
        <a:xfrm>
          <a:off x="0" y="0"/>
          <a:ext cx="0" cy="0"/>
          <a:chOff x="0" y="0"/>
          <a:chExt cx="0" cy="0"/>
        </a:xfrm>
      </p:grpSpPr>
      <p:grpSp>
        <p:nvGrpSpPr>
          <p:cNvPr id="438" name="Google Shape;438;p52"/>
          <p:cNvGrpSpPr/>
          <p:nvPr/>
        </p:nvGrpSpPr>
        <p:grpSpPr>
          <a:xfrm>
            <a:off x="228600" y="210088"/>
            <a:ext cx="8686800" cy="4676475"/>
            <a:chOff x="228600" y="210088"/>
            <a:chExt cx="8686800" cy="4676475"/>
          </a:xfrm>
        </p:grpSpPr>
        <p:sp>
          <p:nvSpPr>
            <p:cNvPr id="439" name="Google Shape;439;p52"/>
            <p:cNvSpPr/>
            <p:nvPr/>
          </p:nvSpPr>
          <p:spPr>
            <a:xfrm>
              <a:off x="228600" y="566563"/>
              <a:ext cx="8686800" cy="4320000"/>
            </a:xfrm>
            <a:prstGeom prst="roundRect">
              <a:avLst>
                <a:gd name="adj" fmla="val 5406"/>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440" name="Google Shape;440;p52"/>
            <p:cNvSpPr/>
            <p:nvPr/>
          </p:nvSpPr>
          <p:spPr>
            <a:xfrm>
              <a:off x="912237" y="2100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sp>
        <p:nvSpPr>
          <p:cNvPr id="441" name="Google Shape;441;p52"/>
          <p:cNvSpPr txBox="1">
            <a:spLocks noGrp="1"/>
          </p:cNvSpPr>
          <p:nvPr>
            <p:ph type="subTitle" idx="1"/>
          </p:nvPr>
        </p:nvSpPr>
        <p:spPr>
          <a:xfrm>
            <a:off x="1224650" y="210100"/>
            <a:ext cx="1676700" cy="356400"/>
          </a:xfrm>
          <a:prstGeom prst="rect">
            <a:avLst/>
          </a:prstGeom>
        </p:spPr>
        <p:txBody>
          <a:bodyPr spcFirstLastPara="1" wrap="square" lIns="91425" tIns="91425" rIns="91425" bIns="91425" anchor="t" anchorCtr="0">
            <a:normAutofit/>
          </a:bodyPr>
          <a:lstStyle>
            <a:lvl1pPr lvl="0" algn="ctr">
              <a:spcBef>
                <a:spcPts val="0"/>
              </a:spcBef>
              <a:spcAft>
                <a:spcPts val="0"/>
              </a:spcAft>
              <a:buClr>
                <a:schemeClr val="dk1"/>
              </a:buClr>
              <a:buSzPts val="1200"/>
              <a:buNone/>
              <a:defRPr sz="1200"/>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442" name="Google Shape;442;p52"/>
          <p:cNvSpPr txBox="1">
            <a:spLocks noGrp="1"/>
          </p:cNvSpPr>
          <p:nvPr>
            <p:ph type="body" idx="2"/>
          </p:nvPr>
        </p:nvSpPr>
        <p:spPr>
          <a:xfrm>
            <a:off x="593775" y="3900525"/>
            <a:ext cx="4346700" cy="7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b="1"/>
            </a:lvl1pPr>
            <a:lvl2pPr marL="914400" lvl="1" indent="-304800">
              <a:spcBef>
                <a:spcPts val="0"/>
              </a:spcBef>
              <a:spcAft>
                <a:spcPts val="0"/>
              </a:spcAft>
              <a:buSzPts val="1200"/>
              <a:buChar char="○"/>
              <a:defRPr sz="1200" b="1"/>
            </a:lvl2pPr>
            <a:lvl3pPr marL="1371600" lvl="2" indent="-304800">
              <a:spcBef>
                <a:spcPts val="0"/>
              </a:spcBef>
              <a:spcAft>
                <a:spcPts val="0"/>
              </a:spcAft>
              <a:buSzPts val="1200"/>
              <a:buChar char="■"/>
              <a:defRPr sz="1200" b="1"/>
            </a:lvl3pPr>
            <a:lvl4pPr marL="1828800" lvl="3" indent="-304800">
              <a:spcBef>
                <a:spcPts val="0"/>
              </a:spcBef>
              <a:spcAft>
                <a:spcPts val="0"/>
              </a:spcAft>
              <a:buSzPts val="1200"/>
              <a:buChar char="●"/>
              <a:defRPr sz="1200" b="1"/>
            </a:lvl4pPr>
            <a:lvl5pPr marL="2286000" lvl="4" indent="-304800">
              <a:spcBef>
                <a:spcPts val="0"/>
              </a:spcBef>
              <a:spcAft>
                <a:spcPts val="0"/>
              </a:spcAft>
              <a:buSzPts val="1200"/>
              <a:buChar char="○"/>
              <a:defRPr sz="1200" b="1"/>
            </a:lvl5pPr>
            <a:lvl6pPr marL="2743200" lvl="5" indent="-304800">
              <a:spcBef>
                <a:spcPts val="0"/>
              </a:spcBef>
              <a:spcAft>
                <a:spcPts val="0"/>
              </a:spcAft>
              <a:buSzPts val="1200"/>
              <a:buChar char="■"/>
              <a:defRPr sz="1200" b="1"/>
            </a:lvl6pPr>
            <a:lvl7pPr marL="3200400" lvl="6" indent="-304800">
              <a:spcBef>
                <a:spcPts val="0"/>
              </a:spcBef>
              <a:spcAft>
                <a:spcPts val="0"/>
              </a:spcAft>
              <a:buSzPts val="1200"/>
              <a:buChar char="●"/>
              <a:defRPr sz="1200" b="1"/>
            </a:lvl7pPr>
            <a:lvl8pPr marL="3657600" lvl="7" indent="-304800">
              <a:spcBef>
                <a:spcPts val="0"/>
              </a:spcBef>
              <a:spcAft>
                <a:spcPts val="0"/>
              </a:spcAft>
              <a:buSzPts val="1200"/>
              <a:buChar char="○"/>
              <a:defRPr sz="1200" b="1"/>
            </a:lvl8pPr>
            <a:lvl9pPr marL="4114800" lvl="8" indent="-304800">
              <a:spcBef>
                <a:spcPts val="0"/>
              </a:spcBef>
              <a:spcAft>
                <a:spcPts val="0"/>
              </a:spcAft>
              <a:buSzPts val="1200"/>
              <a:buChar char="■"/>
              <a:defRPr sz="1200" b="1"/>
            </a:lvl9pPr>
          </a:lstStyle>
          <a:p>
            <a:endParaRPr/>
          </a:p>
        </p:txBody>
      </p:sp>
      <p:sp>
        <p:nvSpPr>
          <p:cNvPr id="443" name="Google Shape;443;p52"/>
          <p:cNvSpPr txBox="1">
            <a:spLocks noGrp="1"/>
          </p:cNvSpPr>
          <p:nvPr>
            <p:ph type="title"/>
          </p:nvPr>
        </p:nvSpPr>
        <p:spPr>
          <a:xfrm>
            <a:off x="593775" y="984700"/>
            <a:ext cx="7948200" cy="22164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sz="3000"/>
            </a:lvl2pPr>
            <a:lvl3pPr lvl="2">
              <a:spcBef>
                <a:spcPts val="0"/>
              </a:spcBef>
              <a:spcAft>
                <a:spcPts val="0"/>
              </a:spcAft>
              <a:buSzPts val="2800"/>
              <a:buNone/>
              <a:defRPr sz="3000"/>
            </a:lvl3pPr>
            <a:lvl4pPr lvl="3">
              <a:spcBef>
                <a:spcPts val="0"/>
              </a:spcBef>
              <a:spcAft>
                <a:spcPts val="0"/>
              </a:spcAft>
              <a:buSzPts val="2800"/>
              <a:buNone/>
              <a:defRPr sz="3000"/>
            </a:lvl4pPr>
            <a:lvl5pPr lvl="4">
              <a:spcBef>
                <a:spcPts val="0"/>
              </a:spcBef>
              <a:spcAft>
                <a:spcPts val="0"/>
              </a:spcAft>
              <a:buSzPts val="2800"/>
              <a:buNone/>
              <a:defRPr sz="3000"/>
            </a:lvl5pPr>
            <a:lvl6pPr lvl="5">
              <a:spcBef>
                <a:spcPts val="0"/>
              </a:spcBef>
              <a:spcAft>
                <a:spcPts val="0"/>
              </a:spcAft>
              <a:buSzPts val="2800"/>
              <a:buNone/>
              <a:defRPr sz="3000"/>
            </a:lvl6pPr>
            <a:lvl7pPr lvl="6">
              <a:spcBef>
                <a:spcPts val="0"/>
              </a:spcBef>
              <a:spcAft>
                <a:spcPts val="0"/>
              </a:spcAft>
              <a:buSzPts val="2800"/>
              <a:buNone/>
              <a:defRPr sz="3000"/>
            </a:lvl7pPr>
            <a:lvl8pPr lvl="7">
              <a:spcBef>
                <a:spcPts val="0"/>
              </a:spcBef>
              <a:spcAft>
                <a:spcPts val="0"/>
              </a:spcAft>
              <a:buSzPts val="2800"/>
              <a:buNone/>
              <a:defRPr sz="3000"/>
            </a:lvl8pPr>
            <a:lvl9pPr lvl="8">
              <a:spcBef>
                <a:spcPts val="0"/>
              </a:spcBef>
              <a:spcAft>
                <a:spcPts val="0"/>
              </a:spcAft>
              <a:buSzPts val="2800"/>
              <a:buNone/>
              <a:defRPr sz="3000"/>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Quote">
  <p:cSld name="CUSTOM_7_1_1_1_1_1_1_1_1_1_1_1_1_1_1_1_1_2">
    <p:spTree>
      <p:nvGrpSpPr>
        <p:cNvPr id="1" name="Shape 444"/>
        <p:cNvGrpSpPr/>
        <p:nvPr/>
      </p:nvGrpSpPr>
      <p:grpSpPr>
        <a:xfrm>
          <a:off x="0" y="0"/>
          <a:ext cx="0" cy="0"/>
          <a:chOff x="0" y="0"/>
          <a:chExt cx="0" cy="0"/>
        </a:xfrm>
      </p:grpSpPr>
      <p:sp>
        <p:nvSpPr>
          <p:cNvPr id="445" name="Google Shape;445;p53"/>
          <p:cNvSpPr txBox="1">
            <a:spLocks noGrp="1"/>
          </p:cNvSpPr>
          <p:nvPr>
            <p:ph type="title"/>
          </p:nvPr>
        </p:nvSpPr>
        <p:spPr>
          <a:xfrm>
            <a:off x="-2450" y="4759975"/>
            <a:ext cx="9150600" cy="383400"/>
          </a:xfrm>
          <a:prstGeom prst="rect">
            <a:avLst/>
          </a:prstGeom>
        </p:spPr>
        <p:txBody>
          <a:bodyPr spcFirstLastPara="1" wrap="square" lIns="108000" tIns="0" rIns="108000" bIns="0" anchor="ctr" anchorCtr="0">
            <a:noAutofit/>
          </a:bodyPr>
          <a:lstStyle>
            <a:lvl1pPr lvl="0">
              <a:lnSpc>
                <a:spcPct val="90000"/>
              </a:lnSpc>
              <a:spcBef>
                <a:spcPts val="0"/>
              </a:spcBef>
              <a:spcAft>
                <a:spcPts val="0"/>
              </a:spcAft>
              <a:buSzPts val="2800"/>
              <a:buFont typeface="Hanken Grotesk Light"/>
              <a:buNone/>
              <a:defRPr sz="1400">
                <a:latin typeface="Hanken Grotesk Light"/>
                <a:ea typeface="Hanken Grotesk Light"/>
                <a:cs typeface="Hanken Grotesk Light"/>
                <a:sym typeface="Hanken Grotesk Light"/>
              </a:defRPr>
            </a:lvl1pPr>
            <a:lvl2pPr lvl="1">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2pPr>
            <a:lvl3pPr lvl="2">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3pPr>
            <a:lvl4pPr lvl="3">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4pPr>
            <a:lvl5pPr lvl="4">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5pPr>
            <a:lvl6pPr lvl="5">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6pPr>
            <a:lvl7pPr lvl="6">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7pPr>
            <a:lvl8pPr lvl="7">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8pPr>
            <a:lvl9pPr lvl="8">
              <a:lnSpc>
                <a:spcPct val="115000"/>
              </a:lnSpc>
              <a:spcBef>
                <a:spcPts val="0"/>
              </a:spcBef>
              <a:spcAft>
                <a:spcPts val="0"/>
              </a:spcAft>
              <a:buSzPts val="2800"/>
              <a:buFont typeface="Hanken Grotesk Light"/>
              <a:buNone/>
              <a:defRPr sz="3000">
                <a:latin typeface="Hanken Grotesk"/>
                <a:ea typeface="Hanken Grotesk"/>
                <a:cs typeface="Hanken Grotesk"/>
                <a:sym typeface="Hanken Grotesk"/>
              </a:defRPr>
            </a:lvl9pPr>
          </a:lstStyle>
          <a:p>
            <a:endParaRPr/>
          </a:p>
        </p:txBody>
      </p:sp>
      <p:cxnSp>
        <p:nvCxnSpPr>
          <p:cNvPr id="446" name="Google Shape;446;p53"/>
          <p:cNvCxnSpPr/>
          <p:nvPr/>
        </p:nvCxnSpPr>
        <p:spPr>
          <a:xfrm rot="10800000">
            <a:off x="-2100" y="4759975"/>
            <a:ext cx="9148200" cy="0"/>
          </a:xfrm>
          <a:prstGeom prst="straightConnector1">
            <a:avLst/>
          </a:prstGeom>
          <a:noFill/>
          <a:ln w="9525" cap="flat" cmpd="sng">
            <a:solidFill>
              <a:schemeClr val="dk1"/>
            </a:solidFill>
            <a:prstDash val="solid"/>
            <a:round/>
            <a:headEnd type="none" w="sm" len="sm"/>
            <a:tailEnd type="none" w="sm" len="sm"/>
          </a:ln>
        </p:spPr>
      </p:cxnSp>
      <p:sp>
        <p:nvSpPr>
          <p:cNvPr id="447" name="Google Shape;447;p53"/>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448" name="Google Shape;448;p53"/>
          <p:cNvSpPr txBox="1">
            <a:spLocks noGrp="1"/>
          </p:cNvSpPr>
          <p:nvPr>
            <p:ph type="title" idx="2"/>
          </p:nvPr>
        </p:nvSpPr>
        <p:spPr>
          <a:xfrm>
            <a:off x="850" y="1078988"/>
            <a:ext cx="9144000" cy="3598800"/>
          </a:xfrm>
          <a:prstGeom prst="rect">
            <a:avLst/>
          </a:prstGeom>
        </p:spPr>
        <p:txBody>
          <a:bodyPr spcFirstLastPara="1" wrap="square" lIns="252000" tIns="0" rIns="252000" bIns="108000" anchor="t" anchorCtr="0">
            <a:noAutofit/>
          </a:bodyPr>
          <a:lstStyle>
            <a:lvl1pPr lvl="0">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grpSp>
        <p:nvGrpSpPr>
          <p:cNvPr id="449" name="Google Shape;449;p53"/>
          <p:cNvGrpSpPr/>
          <p:nvPr/>
        </p:nvGrpSpPr>
        <p:grpSpPr>
          <a:xfrm>
            <a:off x="1724267" y="547463"/>
            <a:ext cx="658200" cy="449397"/>
            <a:chOff x="2467317" y="547413"/>
            <a:chExt cx="658200" cy="449397"/>
          </a:xfrm>
        </p:grpSpPr>
        <p:sp>
          <p:nvSpPr>
            <p:cNvPr id="450" name="Google Shape;450;p53"/>
            <p:cNvSpPr/>
            <p:nvPr/>
          </p:nvSpPr>
          <p:spPr>
            <a:xfrm rot="5400000">
              <a:off x="2593167" y="464460"/>
              <a:ext cx="406500" cy="658200"/>
            </a:xfrm>
            <a:prstGeom prst="roundRect">
              <a:avLst>
                <a:gd name="adj" fmla="val 5925"/>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51" name="Google Shape;451;p53"/>
            <p:cNvSpPr/>
            <p:nvPr/>
          </p:nvSpPr>
          <p:spPr>
            <a:xfrm>
              <a:off x="2507750" y="547413"/>
              <a:ext cx="269319" cy="43229"/>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grpSp>
        <p:nvGrpSpPr>
          <p:cNvPr id="452" name="Google Shape;452;p53"/>
          <p:cNvGrpSpPr/>
          <p:nvPr/>
        </p:nvGrpSpPr>
        <p:grpSpPr>
          <a:xfrm>
            <a:off x="981142" y="547476"/>
            <a:ext cx="658200" cy="449397"/>
            <a:chOff x="2467317" y="547413"/>
            <a:chExt cx="658200" cy="449397"/>
          </a:xfrm>
        </p:grpSpPr>
        <p:sp>
          <p:nvSpPr>
            <p:cNvPr id="453" name="Google Shape;453;p53"/>
            <p:cNvSpPr/>
            <p:nvPr/>
          </p:nvSpPr>
          <p:spPr>
            <a:xfrm rot="5400000">
              <a:off x="2593167" y="464460"/>
              <a:ext cx="406500" cy="658200"/>
            </a:xfrm>
            <a:prstGeom prst="roundRect">
              <a:avLst>
                <a:gd name="adj" fmla="val 5925"/>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54" name="Google Shape;454;p53"/>
            <p:cNvSpPr/>
            <p:nvPr/>
          </p:nvSpPr>
          <p:spPr>
            <a:xfrm>
              <a:off x="2507750" y="547413"/>
              <a:ext cx="269319" cy="43229"/>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grpSp>
        <p:nvGrpSpPr>
          <p:cNvPr id="455" name="Google Shape;455;p53"/>
          <p:cNvGrpSpPr/>
          <p:nvPr/>
        </p:nvGrpSpPr>
        <p:grpSpPr>
          <a:xfrm>
            <a:off x="2467317" y="547413"/>
            <a:ext cx="658200" cy="449397"/>
            <a:chOff x="2467317" y="547413"/>
            <a:chExt cx="658200" cy="449397"/>
          </a:xfrm>
        </p:grpSpPr>
        <p:sp>
          <p:nvSpPr>
            <p:cNvPr id="456" name="Google Shape;456;p53"/>
            <p:cNvSpPr/>
            <p:nvPr/>
          </p:nvSpPr>
          <p:spPr>
            <a:xfrm rot="5400000">
              <a:off x="2593167" y="464460"/>
              <a:ext cx="406500" cy="658200"/>
            </a:xfrm>
            <a:prstGeom prst="roundRect">
              <a:avLst>
                <a:gd name="adj" fmla="val 5925"/>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57" name="Google Shape;457;p53"/>
            <p:cNvSpPr/>
            <p:nvPr/>
          </p:nvSpPr>
          <p:spPr>
            <a:xfrm>
              <a:off x="2507750" y="547413"/>
              <a:ext cx="269319" cy="43229"/>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grpSp>
        <p:nvGrpSpPr>
          <p:cNvPr id="458" name="Google Shape;458;p53"/>
          <p:cNvGrpSpPr/>
          <p:nvPr/>
        </p:nvGrpSpPr>
        <p:grpSpPr>
          <a:xfrm>
            <a:off x="238017" y="549426"/>
            <a:ext cx="658200" cy="449397"/>
            <a:chOff x="2467317" y="547413"/>
            <a:chExt cx="658200" cy="449397"/>
          </a:xfrm>
        </p:grpSpPr>
        <p:sp>
          <p:nvSpPr>
            <p:cNvPr id="459" name="Google Shape;459;p53"/>
            <p:cNvSpPr/>
            <p:nvPr/>
          </p:nvSpPr>
          <p:spPr>
            <a:xfrm rot="5400000">
              <a:off x="2593167" y="464460"/>
              <a:ext cx="406500" cy="658200"/>
            </a:xfrm>
            <a:prstGeom prst="roundRect">
              <a:avLst>
                <a:gd name="adj" fmla="val 5925"/>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460" name="Google Shape;460;p53"/>
            <p:cNvSpPr/>
            <p:nvPr/>
          </p:nvSpPr>
          <p:spPr>
            <a:xfrm>
              <a:off x="2507750" y="547413"/>
              <a:ext cx="269319" cy="43229"/>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4 Sections Grey">
  <p:cSld name="BLANK_1_1_1_1_1_1_1_1">
    <p:bg>
      <p:bgPr>
        <a:solidFill>
          <a:schemeClr val="dk2"/>
        </a:solidFill>
        <a:effectLst/>
      </p:bgPr>
    </p:bg>
    <p:spTree>
      <p:nvGrpSpPr>
        <p:cNvPr id="1" name="Shape 461"/>
        <p:cNvGrpSpPr/>
        <p:nvPr/>
      </p:nvGrpSpPr>
      <p:grpSpPr>
        <a:xfrm>
          <a:off x="0" y="0"/>
          <a:ext cx="0" cy="0"/>
          <a:chOff x="0" y="0"/>
          <a:chExt cx="0" cy="0"/>
        </a:xfrm>
      </p:grpSpPr>
      <p:sp>
        <p:nvSpPr>
          <p:cNvPr id="462" name="Google Shape;462;p54"/>
          <p:cNvSpPr txBox="1">
            <a:spLocks noGrp="1"/>
          </p:cNvSpPr>
          <p:nvPr>
            <p:ph type="body" idx="1"/>
          </p:nvPr>
        </p:nvSpPr>
        <p:spPr>
          <a:xfrm>
            <a:off x="172350" y="1093875"/>
            <a:ext cx="4341600" cy="1299600"/>
          </a:xfrm>
          <a:prstGeom prst="rect">
            <a:avLst/>
          </a:prstGeom>
        </p:spPr>
        <p:txBody>
          <a:bodyPr spcFirstLastPara="1" wrap="square" lIns="180000" tIns="180000" rIns="180000" bIns="180000" anchor="t" anchorCtr="0">
            <a:normAutofit/>
          </a:bodyPr>
          <a:lstStyle>
            <a:lvl1pPr marL="457200" lvl="0" indent="-292100">
              <a:spcBef>
                <a:spcPts val="0"/>
              </a:spcBef>
              <a:spcAft>
                <a:spcPts val="0"/>
              </a:spcAft>
              <a:buClr>
                <a:schemeClr val="dk1"/>
              </a:buClr>
              <a:buSzPts val="1000"/>
              <a:buFont typeface="Hanken Grotesk"/>
              <a:buChar char="●"/>
              <a:defRPr/>
            </a:lvl1pPr>
            <a:lvl2pPr marL="914400" lvl="1" indent="-292100">
              <a:spcBef>
                <a:spcPts val="0"/>
              </a:spcBef>
              <a:spcAft>
                <a:spcPts val="0"/>
              </a:spcAft>
              <a:buClr>
                <a:schemeClr val="dk1"/>
              </a:buClr>
              <a:buSzPts val="1000"/>
              <a:buFont typeface="Hanken Grotesk"/>
              <a:buChar char="○"/>
              <a:defRPr/>
            </a:lvl2pPr>
            <a:lvl3pPr marL="1371600" lvl="2" indent="-292100">
              <a:spcBef>
                <a:spcPts val="0"/>
              </a:spcBef>
              <a:spcAft>
                <a:spcPts val="0"/>
              </a:spcAft>
              <a:buClr>
                <a:schemeClr val="dk1"/>
              </a:buClr>
              <a:buSzPts val="1000"/>
              <a:buFont typeface="Hanken Grotesk"/>
              <a:buChar char="■"/>
              <a:defRPr/>
            </a:lvl3pPr>
            <a:lvl4pPr marL="1828800" lvl="3" indent="-292100">
              <a:spcBef>
                <a:spcPts val="0"/>
              </a:spcBef>
              <a:spcAft>
                <a:spcPts val="0"/>
              </a:spcAft>
              <a:buClr>
                <a:schemeClr val="dk1"/>
              </a:buClr>
              <a:buSzPts val="1000"/>
              <a:buFont typeface="Hanken Grotesk"/>
              <a:buChar char="●"/>
              <a:defRPr/>
            </a:lvl4pPr>
            <a:lvl5pPr marL="2286000" lvl="4" indent="-292100">
              <a:spcBef>
                <a:spcPts val="0"/>
              </a:spcBef>
              <a:spcAft>
                <a:spcPts val="0"/>
              </a:spcAft>
              <a:buClr>
                <a:schemeClr val="dk1"/>
              </a:buClr>
              <a:buSzPts val="1000"/>
              <a:buFont typeface="Hanken Grotesk"/>
              <a:buChar char="○"/>
              <a:defRPr/>
            </a:lvl5pPr>
            <a:lvl6pPr marL="2743200" lvl="5" indent="-292100">
              <a:spcBef>
                <a:spcPts val="0"/>
              </a:spcBef>
              <a:spcAft>
                <a:spcPts val="0"/>
              </a:spcAft>
              <a:buClr>
                <a:schemeClr val="dk1"/>
              </a:buClr>
              <a:buSzPts val="1000"/>
              <a:buFont typeface="Hanken Grotesk"/>
              <a:buChar char="■"/>
              <a:defRPr/>
            </a:lvl6pPr>
            <a:lvl7pPr marL="3200400" lvl="6" indent="-292100">
              <a:spcBef>
                <a:spcPts val="0"/>
              </a:spcBef>
              <a:spcAft>
                <a:spcPts val="0"/>
              </a:spcAft>
              <a:buClr>
                <a:schemeClr val="dk1"/>
              </a:buClr>
              <a:buSzPts val="1000"/>
              <a:buFont typeface="Hanken Grotesk"/>
              <a:buChar char="●"/>
              <a:defRPr/>
            </a:lvl7pPr>
            <a:lvl8pPr marL="3657600" lvl="7" indent="-292100">
              <a:spcBef>
                <a:spcPts val="0"/>
              </a:spcBef>
              <a:spcAft>
                <a:spcPts val="0"/>
              </a:spcAft>
              <a:buClr>
                <a:schemeClr val="dk1"/>
              </a:buClr>
              <a:buSzPts val="1000"/>
              <a:buFont typeface="Hanken Grotesk"/>
              <a:buChar char="○"/>
              <a:defRPr/>
            </a:lvl8pPr>
            <a:lvl9pPr marL="4114800" lvl="8" indent="-292100">
              <a:spcBef>
                <a:spcPts val="0"/>
              </a:spcBef>
              <a:spcAft>
                <a:spcPts val="0"/>
              </a:spcAft>
              <a:buClr>
                <a:schemeClr val="dk1"/>
              </a:buClr>
              <a:buSzPts val="1000"/>
              <a:buFont typeface="Hanken Grotesk"/>
              <a:buChar char="■"/>
              <a:defRPr/>
            </a:lvl9pPr>
          </a:lstStyle>
          <a:p>
            <a:endParaRPr/>
          </a:p>
        </p:txBody>
      </p:sp>
      <p:sp>
        <p:nvSpPr>
          <p:cNvPr id="463" name="Google Shape;463;p54"/>
          <p:cNvSpPr txBox="1">
            <a:spLocks noGrp="1"/>
          </p:cNvSpPr>
          <p:nvPr>
            <p:ph type="subTitle" idx="2"/>
          </p:nvPr>
        </p:nvSpPr>
        <p:spPr>
          <a:xfrm>
            <a:off x="357425" y="2974373"/>
            <a:ext cx="2048400" cy="390600"/>
          </a:xfrm>
          <a:prstGeom prst="rect">
            <a:avLst/>
          </a:prstGeom>
        </p:spPr>
        <p:txBody>
          <a:bodyPr spcFirstLastPara="1" wrap="square" lIns="180000" tIns="0" rIns="180000" bIns="0" anchor="t" anchorCtr="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4" name="Google Shape;464;p54"/>
          <p:cNvSpPr txBox="1">
            <a:spLocks noGrp="1"/>
          </p:cNvSpPr>
          <p:nvPr>
            <p:ph type="subTitle" idx="3"/>
          </p:nvPr>
        </p:nvSpPr>
        <p:spPr>
          <a:xfrm>
            <a:off x="357425" y="718250"/>
            <a:ext cx="2048400" cy="378000"/>
          </a:xfrm>
          <a:prstGeom prst="rect">
            <a:avLst/>
          </a:prstGeom>
        </p:spPr>
        <p:txBody>
          <a:bodyPr spcFirstLastPara="1" wrap="square" lIns="180000" tIns="0" rIns="180000" bIns="0" anchor="t" anchorCtr="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a:endParaRPr/>
          </a:p>
        </p:txBody>
      </p:sp>
      <p:sp>
        <p:nvSpPr>
          <p:cNvPr id="465" name="Google Shape;465;p54"/>
          <p:cNvSpPr txBox="1">
            <a:spLocks noGrp="1"/>
          </p:cNvSpPr>
          <p:nvPr>
            <p:ph type="body" idx="4"/>
          </p:nvPr>
        </p:nvSpPr>
        <p:spPr>
          <a:xfrm>
            <a:off x="172350" y="3362406"/>
            <a:ext cx="4341600" cy="1299600"/>
          </a:xfrm>
          <a:prstGeom prst="rect">
            <a:avLst/>
          </a:prstGeom>
        </p:spPr>
        <p:txBody>
          <a:bodyPr spcFirstLastPara="1" wrap="square" lIns="180000" tIns="180000" rIns="180000" bIns="180000" anchor="t" anchorCtr="0">
            <a:normAutofit/>
          </a:bodyPr>
          <a:lstStyle>
            <a:lvl1pPr marL="457200" lvl="0" indent="-292100">
              <a:spcBef>
                <a:spcPts val="0"/>
              </a:spcBef>
              <a:spcAft>
                <a:spcPts val="0"/>
              </a:spcAft>
              <a:buClr>
                <a:schemeClr val="dk1"/>
              </a:buClr>
              <a:buSzPts val="1000"/>
              <a:buFont typeface="Hanken Grotesk"/>
              <a:buChar char="●"/>
              <a:defRPr/>
            </a:lvl1pPr>
            <a:lvl2pPr marL="914400" lvl="1" indent="-292100">
              <a:spcBef>
                <a:spcPts val="0"/>
              </a:spcBef>
              <a:spcAft>
                <a:spcPts val="0"/>
              </a:spcAft>
              <a:buClr>
                <a:schemeClr val="dk1"/>
              </a:buClr>
              <a:buSzPts val="1000"/>
              <a:buFont typeface="Hanken Grotesk"/>
              <a:buChar char="○"/>
              <a:defRPr/>
            </a:lvl2pPr>
            <a:lvl3pPr marL="1371600" lvl="2" indent="-292100">
              <a:spcBef>
                <a:spcPts val="0"/>
              </a:spcBef>
              <a:spcAft>
                <a:spcPts val="0"/>
              </a:spcAft>
              <a:buClr>
                <a:schemeClr val="dk1"/>
              </a:buClr>
              <a:buSzPts val="1000"/>
              <a:buFont typeface="Hanken Grotesk"/>
              <a:buChar char="■"/>
              <a:defRPr/>
            </a:lvl3pPr>
            <a:lvl4pPr marL="1828800" lvl="3" indent="-292100">
              <a:spcBef>
                <a:spcPts val="0"/>
              </a:spcBef>
              <a:spcAft>
                <a:spcPts val="0"/>
              </a:spcAft>
              <a:buClr>
                <a:schemeClr val="dk1"/>
              </a:buClr>
              <a:buSzPts val="1000"/>
              <a:buFont typeface="Hanken Grotesk"/>
              <a:buChar char="●"/>
              <a:defRPr/>
            </a:lvl4pPr>
            <a:lvl5pPr marL="2286000" lvl="4" indent="-292100">
              <a:spcBef>
                <a:spcPts val="0"/>
              </a:spcBef>
              <a:spcAft>
                <a:spcPts val="0"/>
              </a:spcAft>
              <a:buClr>
                <a:schemeClr val="dk1"/>
              </a:buClr>
              <a:buSzPts val="1000"/>
              <a:buFont typeface="Hanken Grotesk"/>
              <a:buChar char="○"/>
              <a:defRPr/>
            </a:lvl5pPr>
            <a:lvl6pPr marL="2743200" lvl="5" indent="-292100">
              <a:spcBef>
                <a:spcPts val="0"/>
              </a:spcBef>
              <a:spcAft>
                <a:spcPts val="0"/>
              </a:spcAft>
              <a:buClr>
                <a:schemeClr val="dk1"/>
              </a:buClr>
              <a:buSzPts val="1000"/>
              <a:buFont typeface="Hanken Grotesk"/>
              <a:buChar char="■"/>
              <a:defRPr/>
            </a:lvl6pPr>
            <a:lvl7pPr marL="3200400" lvl="6" indent="-292100">
              <a:spcBef>
                <a:spcPts val="0"/>
              </a:spcBef>
              <a:spcAft>
                <a:spcPts val="0"/>
              </a:spcAft>
              <a:buClr>
                <a:schemeClr val="dk1"/>
              </a:buClr>
              <a:buSzPts val="1000"/>
              <a:buFont typeface="Hanken Grotesk"/>
              <a:buChar char="●"/>
              <a:defRPr/>
            </a:lvl7pPr>
            <a:lvl8pPr marL="3657600" lvl="7" indent="-292100">
              <a:spcBef>
                <a:spcPts val="0"/>
              </a:spcBef>
              <a:spcAft>
                <a:spcPts val="0"/>
              </a:spcAft>
              <a:buClr>
                <a:schemeClr val="dk1"/>
              </a:buClr>
              <a:buSzPts val="1000"/>
              <a:buFont typeface="Hanken Grotesk"/>
              <a:buChar char="○"/>
              <a:defRPr/>
            </a:lvl8pPr>
            <a:lvl9pPr marL="4114800" lvl="8" indent="-292100">
              <a:spcBef>
                <a:spcPts val="0"/>
              </a:spcBef>
              <a:spcAft>
                <a:spcPts val="0"/>
              </a:spcAft>
              <a:buClr>
                <a:schemeClr val="dk1"/>
              </a:buClr>
              <a:buSzPts val="1000"/>
              <a:buFont typeface="Hanken Grotesk"/>
              <a:buChar char="■"/>
              <a:defRPr/>
            </a:lvl9pPr>
          </a:lstStyle>
          <a:p>
            <a:endParaRPr/>
          </a:p>
        </p:txBody>
      </p:sp>
      <p:sp>
        <p:nvSpPr>
          <p:cNvPr id="466" name="Google Shape;466;p54"/>
          <p:cNvSpPr txBox="1">
            <a:spLocks noGrp="1"/>
          </p:cNvSpPr>
          <p:nvPr>
            <p:ph type="subTitle" idx="5"/>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467" name="Google Shape;467;p54"/>
          <p:cNvSpPr txBox="1">
            <a:spLocks noGrp="1"/>
          </p:cNvSpPr>
          <p:nvPr>
            <p:ph type="subTitle" idx="6"/>
          </p:nvPr>
        </p:nvSpPr>
        <p:spPr>
          <a:xfrm>
            <a:off x="4814750" y="717075"/>
            <a:ext cx="2048400" cy="378000"/>
          </a:xfrm>
          <a:prstGeom prst="rect">
            <a:avLst/>
          </a:prstGeom>
        </p:spPr>
        <p:txBody>
          <a:bodyPr spcFirstLastPara="1" wrap="square" lIns="180000" tIns="0" rIns="180000" bIns="0" anchor="t" anchorCtr="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Font typeface="Neuton"/>
              <a:buNone/>
              <a:defRPr>
                <a:latin typeface="Neuton"/>
                <a:ea typeface="Neuton"/>
                <a:cs typeface="Neuton"/>
                <a:sym typeface="Neuton"/>
              </a:defRPr>
            </a:lvl2pPr>
            <a:lvl3pPr lvl="2">
              <a:spcBef>
                <a:spcPts val="0"/>
              </a:spcBef>
              <a:spcAft>
                <a:spcPts val="0"/>
              </a:spcAft>
              <a:buSzPts val="1400"/>
              <a:buFont typeface="Neuton"/>
              <a:buNone/>
              <a:defRPr>
                <a:latin typeface="Neuton"/>
                <a:ea typeface="Neuton"/>
                <a:cs typeface="Neuton"/>
                <a:sym typeface="Neuton"/>
              </a:defRPr>
            </a:lvl3pPr>
            <a:lvl4pPr lvl="3">
              <a:spcBef>
                <a:spcPts val="0"/>
              </a:spcBef>
              <a:spcAft>
                <a:spcPts val="0"/>
              </a:spcAft>
              <a:buSzPts val="1400"/>
              <a:buFont typeface="Neuton"/>
              <a:buNone/>
              <a:defRPr>
                <a:latin typeface="Neuton"/>
                <a:ea typeface="Neuton"/>
                <a:cs typeface="Neuton"/>
                <a:sym typeface="Neuton"/>
              </a:defRPr>
            </a:lvl4pPr>
            <a:lvl5pPr lvl="4">
              <a:spcBef>
                <a:spcPts val="0"/>
              </a:spcBef>
              <a:spcAft>
                <a:spcPts val="0"/>
              </a:spcAft>
              <a:buSzPts val="1400"/>
              <a:buFont typeface="Neuton"/>
              <a:buNone/>
              <a:defRPr>
                <a:latin typeface="Neuton"/>
                <a:ea typeface="Neuton"/>
                <a:cs typeface="Neuton"/>
                <a:sym typeface="Neuton"/>
              </a:defRPr>
            </a:lvl5pPr>
            <a:lvl6pPr lvl="5">
              <a:spcBef>
                <a:spcPts val="0"/>
              </a:spcBef>
              <a:spcAft>
                <a:spcPts val="0"/>
              </a:spcAft>
              <a:buSzPts val="1400"/>
              <a:buFont typeface="Neuton"/>
              <a:buNone/>
              <a:defRPr>
                <a:latin typeface="Neuton"/>
                <a:ea typeface="Neuton"/>
                <a:cs typeface="Neuton"/>
                <a:sym typeface="Neuton"/>
              </a:defRPr>
            </a:lvl6pPr>
            <a:lvl7pPr lvl="6">
              <a:spcBef>
                <a:spcPts val="0"/>
              </a:spcBef>
              <a:spcAft>
                <a:spcPts val="0"/>
              </a:spcAft>
              <a:buSzPts val="1400"/>
              <a:buFont typeface="Neuton"/>
              <a:buNone/>
              <a:defRPr>
                <a:latin typeface="Neuton"/>
                <a:ea typeface="Neuton"/>
                <a:cs typeface="Neuton"/>
                <a:sym typeface="Neuton"/>
              </a:defRPr>
            </a:lvl7pPr>
            <a:lvl8pPr lvl="7">
              <a:spcBef>
                <a:spcPts val="0"/>
              </a:spcBef>
              <a:spcAft>
                <a:spcPts val="0"/>
              </a:spcAft>
              <a:buSzPts val="1400"/>
              <a:buFont typeface="Neuton"/>
              <a:buNone/>
              <a:defRPr>
                <a:latin typeface="Neuton"/>
                <a:ea typeface="Neuton"/>
                <a:cs typeface="Neuton"/>
                <a:sym typeface="Neuton"/>
              </a:defRPr>
            </a:lvl8pPr>
            <a:lvl9pPr lvl="8">
              <a:spcBef>
                <a:spcPts val="0"/>
              </a:spcBef>
              <a:spcAft>
                <a:spcPts val="0"/>
              </a:spcAft>
              <a:buSzPts val="1400"/>
              <a:buFont typeface="Neuton"/>
              <a:buNone/>
              <a:defRPr>
                <a:latin typeface="Neuton"/>
                <a:ea typeface="Neuton"/>
                <a:cs typeface="Neuton"/>
                <a:sym typeface="Neuton"/>
              </a:defRPr>
            </a:lvl9pPr>
          </a:lstStyle>
          <a:p>
            <a:endParaRPr/>
          </a:p>
        </p:txBody>
      </p:sp>
      <p:sp>
        <p:nvSpPr>
          <p:cNvPr id="468" name="Google Shape;468;p54"/>
          <p:cNvSpPr txBox="1">
            <a:spLocks noGrp="1"/>
          </p:cNvSpPr>
          <p:nvPr>
            <p:ph type="body" idx="7"/>
          </p:nvPr>
        </p:nvSpPr>
        <p:spPr>
          <a:xfrm>
            <a:off x="4629675" y="1092700"/>
            <a:ext cx="4341600" cy="1299600"/>
          </a:xfrm>
          <a:prstGeom prst="rect">
            <a:avLst/>
          </a:prstGeom>
        </p:spPr>
        <p:txBody>
          <a:bodyPr spcFirstLastPara="1" wrap="square" lIns="180000" tIns="180000" rIns="180000" bIns="180000" anchor="t" anchorCtr="0">
            <a:normAutofit/>
          </a:bodyPr>
          <a:lstStyle>
            <a:lvl1pPr marL="457200" lvl="0" indent="-292100">
              <a:spcBef>
                <a:spcPts val="0"/>
              </a:spcBef>
              <a:spcAft>
                <a:spcPts val="0"/>
              </a:spcAft>
              <a:buClr>
                <a:schemeClr val="dk1"/>
              </a:buClr>
              <a:buSzPts val="1000"/>
              <a:buFont typeface="Hanken Grotesk"/>
              <a:buChar char="●"/>
              <a:defRPr/>
            </a:lvl1pPr>
            <a:lvl2pPr marL="914400" lvl="1" indent="-292100">
              <a:spcBef>
                <a:spcPts val="0"/>
              </a:spcBef>
              <a:spcAft>
                <a:spcPts val="0"/>
              </a:spcAft>
              <a:buClr>
                <a:schemeClr val="dk1"/>
              </a:buClr>
              <a:buSzPts val="1000"/>
              <a:buFont typeface="Hanken Grotesk"/>
              <a:buChar char="○"/>
              <a:defRPr/>
            </a:lvl2pPr>
            <a:lvl3pPr marL="1371600" lvl="2" indent="-292100">
              <a:spcBef>
                <a:spcPts val="0"/>
              </a:spcBef>
              <a:spcAft>
                <a:spcPts val="0"/>
              </a:spcAft>
              <a:buClr>
                <a:schemeClr val="dk1"/>
              </a:buClr>
              <a:buSzPts val="1000"/>
              <a:buFont typeface="Hanken Grotesk"/>
              <a:buChar char="■"/>
              <a:defRPr/>
            </a:lvl3pPr>
            <a:lvl4pPr marL="1828800" lvl="3" indent="-292100">
              <a:spcBef>
                <a:spcPts val="0"/>
              </a:spcBef>
              <a:spcAft>
                <a:spcPts val="0"/>
              </a:spcAft>
              <a:buClr>
                <a:schemeClr val="dk1"/>
              </a:buClr>
              <a:buSzPts val="1000"/>
              <a:buFont typeface="Hanken Grotesk"/>
              <a:buChar char="●"/>
              <a:defRPr/>
            </a:lvl4pPr>
            <a:lvl5pPr marL="2286000" lvl="4" indent="-292100">
              <a:spcBef>
                <a:spcPts val="0"/>
              </a:spcBef>
              <a:spcAft>
                <a:spcPts val="0"/>
              </a:spcAft>
              <a:buClr>
                <a:schemeClr val="dk1"/>
              </a:buClr>
              <a:buSzPts val="1000"/>
              <a:buFont typeface="Hanken Grotesk"/>
              <a:buChar char="○"/>
              <a:defRPr/>
            </a:lvl5pPr>
            <a:lvl6pPr marL="2743200" lvl="5" indent="-292100">
              <a:spcBef>
                <a:spcPts val="0"/>
              </a:spcBef>
              <a:spcAft>
                <a:spcPts val="0"/>
              </a:spcAft>
              <a:buClr>
                <a:schemeClr val="dk1"/>
              </a:buClr>
              <a:buSzPts val="1000"/>
              <a:buFont typeface="Hanken Grotesk"/>
              <a:buChar char="■"/>
              <a:defRPr/>
            </a:lvl6pPr>
            <a:lvl7pPr marL="3200400" lvl="6" indent="-292100">
              <a:spcBef>
                <a:spcPts val="0"/>
              </a:spcBef>
              <a:spcAft>
                <a:spcPts val="0"/>
              </a:spcAft>
              <a:buClr>
                <a:schemeClr val="dk1"/>
              </a:buClr>
              <a:buSzPts val="1000"/>
              <a:buFont typeface="Hanken Grotesk"/>
              <a:buChar char="●"/>
              <a:defRPr/>
            </a:lvl7pPr>
            <a:lvl8pPr marL="3657600" lvl="7" indent="-292100">
              <a:spcBef>
                <a:spcPts val="0"/>
              </a:spcBef>
              <a:spcAft>
                <a:spcPts val="0"/>
              </a:spcAft>
              <a:buClr>
                <a:schemeClr val="dk1"/>
              </a:buClr>
              <a:buSzPts val="1000"/>
              <a:buFont typeface="Hanken Grotesk"/>
              <a:buChar char="○"/>
              <a:defRPr/>
            </a:lvl8pPr>
            <a:lvl9pPr marL="4114800" lvl="8" indent="-292100">
              <a:spcBef>
                <a:spcPts val="0"/>
              </a:spcBef>
              <a:spcAft>
                <a:spcPts val="0"/>
              </a:spcAft>
              <a:buClr>
                <a:schemeClr val="dk1"/>
              </a:buClr>
              <a:buSzPts val="1000"/>
              <a:buFont typeface="Hanken Grotesk"/>
              <a:buChar char="■"/>
              <a:defRPr/>
            </a:lvl9pPr>
          </a:lstStyle>
          <a:p>
            <a:endParaRPr/>
          </a:p>
        </p:txBody>
      </p:sp>
      <p:sp>
        <p:nvSpPr>
          <p:cNvPr id="469" name="Google Shape;469;p54"/>
          <p:cNvSpPr txBox="1">
            <a:spLocks noGrp="1"/>
          </p:cNvSpPr>
          <p:nvPr>
            <p:ph type="subTitle" idx="8"/>
          </p:nvPr>
        </p:nvSpPr>
        <p:spPr>
          <a:xfrm>
            <a:off x="4814750" y="3003375"/>
            <a:ext cx="2048400" cy="378000"/>
          </a:xfrm>
          <a:prstGeom prst="rect">
            <a:avLst/>
          </a:prstGeom>
        </p:spPr>
        <p:txBody>
          <a:bodyPr spcFirstLastPara="1" wrap="square" lIns="180000" tIns="0" rIns="180000" bIns="0" anchor="t" anchorCtr="0">
            <a:normAutofit/>
          </a:bodyPr>
          <a:lstStyle>
            <a:lvl1pPr lvl="0">
              <a:spcBef>
                <a:spcPts val="0"/>
              </a:spcBef>
              <a:spcAft>
                <a:spcPts val="0"/>
              </a:spcAft>
              <a:buClr>
                <a:schemeClr val="dk1"/>
              </a:buClr>
              <a:buSzPts val="2200"/>
              <a:buFont typeface="Neuton Light"/>
              <a:buNone/>
              <a:defRPr sz="2200">
                <a:latin typeface="Neuton Light"/>
                <a:ea typeface="Neuton Light"/>
                <a:cs typeface="Neuton Light"/>
                <a:sym typeface="Neuton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0" name="Google Shape;470;p54"/>
          <p:cNvSpPr txBox="1">
            <a:spLocks noGrp="1"/>
          </p:cNvSpPr>
          <p:nvPr>
            <p:ph type="body" idx="9"/>
          </p:nvPr>
        </p:nvSpPr>
        <p:spPr>
          <a:xfrm>
            <a:off x="4629675" y="3379000"/>
            <a:ext cx="4341600" cy="1299600"/>
          </a:xfrm>
          <a:prstGeom prst="rect">
            <a:avLst/>
          </a:prstGeom>
        </p:spPr>
        <p:txBody>
          <a:bodyPr spcFirstLastPara="1" wrap="square" lIns="180000" tIns="180000" rIns="180000" bIns="180000" anchor="t" anchorCtr="0">
            <a:normAutofit/>
          </a:bodyPr>
          <a:lstStyle>
            <a:lvl1pPr marL="457200" lvl="0" indent="-292100">
              <a:spcBef>
                <a:spcPts val="0"/>
              </a:spcBef>
              <a:spcAft>
                <a:spcPts val="0"/>
              </a:spcAft>
              <a:buClr>
                <a:schemeClr val="dk1"/>
              </a:buClr>
              <a:buSzPts val="1000"/>
              <a:buFont typeface="Hanken Grotesk"/>
              <a:buChar char="●"/>
              <a:defRPr/>
            </a:lvl1pPr>
            <a:lvl2pPr marL="914400" lvl="1" indent="-292100">
              <a:spcBef>
                <a:spcPts val="0"/>
              </a:spcBef>
              <a:spcAft>
                <a:spcPts val="0"/>
              </a:spcAft>
              <a:buClr>
                <a:schemeClr val="dk1"/>
              </a:buClr>
              <a:buSzPts val="1000"/>
              <a:buFont typeface="Hanken Grotesk"/>
              <a:buChar char="○"/>
              <a:defRPr/>
            </a:lvl2pPr>
            <a:lvl3pPr marL="1371600" lvl="2" indent="-292100">
              <a:spcBef>
                <a:spcPts val="0"/>
              </a:spcBef>
              <a:spcAft>
                <a:spcPts val="0"/>
              </a:spcAft>
              <a:buClr>
                <a:schemeClr val="dk1"/>
              </a:buClr>
              <a:buSzPts val="1000"/>
              <a:buFont typeface="Hanken Grotesk"/>
              <a:buChar char="■"/>
              <a:defRPr/>
            </a:lvl3pPr>
            <a:lvl4pPr marL="1828800" lvl="3" indent="-292100">
              <a:spcBef>
                <a:spcPts val="0"/>
              </a:spcBef>
              <a:spcAft>
                <a:spcPts val="0"/>
              </a:spcAft>
              <a:buClr>
                <a:schemeClr val="dk1"/>
              </a:buClr>
              <a:buSzPts val="1000"/>
              <a:buFont typeface="Hanken Grotesk"/>
              <a:buChar char="●"/>
              <a:defRPr/>
            </a:lvl4pPr>
            <a:lvl5pPr marL="2286000" lvl="4" indent="-292100">
              <a:spcBef>
                <a:spcPts val="0"/>
              </a:spcBef>
              <a:spcAft>
                <a:spcPts val="0"/>
              </a:spcAft>
              <a:buClr>
                <a:schemeClr val="dk1"/>
              </a:buClr>
              <a:buSzPts val="1000"/>
              <a:buFont typeface="Hanken Grotesk"/>
              <a:buChar char="○"/>
              <a:defRPr/>
            </a:lvl5pPr>
            <a:lvl6pPr marL="2743200" lvl="5" indent="-292100">
              <a:spcBef>
                <a:spcPts val="0"/>
              </a:spcBef>
              <a:spcAft>
                <a:spcPts val="0"/>
              </a:spcAft>
              <a:buClr>
                <a:schemeClr val="dk1"/>
              </a:buClr>
              <a:buSzPts val="1000"/>
              <a:buFont typeface="Hanken Grotesk"/>
              <a:buChar char="■"/>
              <a:defRPr/>
            </a:lvl6pPr>
            <a:lvl7pPr marL="3200400" lvl="6" indent="-292100">
              <a:spcBef>
                <a:spcPts val="0"/>
              </a:spcBef>
              <a:spcAft>
                <a:spcPts val="0"/>
              </a:spcAft>
              <a:buClr>
                <a:schemeClr val="dk1"/>
              </a:buClr>
              <a:buSzPts val="1000"/>
              <a:buFont typeface="Hanken Grotesk"/>
              <a:buChar char="●"/>
              <a:defRPr/>
            </a:lvl7pPr>
            <a:lvl8pPr marL="3657600" lvl="7" indent="-292100">
              <a:spcBef>
                <a:spcPts val="0"/>
              </a:spcBef>
              <a:spcAft>
                <a:spcPts val="0"/>
              </a:spcAft>
              <a:buClr>
                <a:schemeClr val="dk1"/>
              </a:buClr>
              <a:buSzPts val="1000"/>
              <a:buFont typeface="Hanken Grotesk"/>
              <a:buChar char="○"/>
              <a:defRPr/>
            </a:lvl8pPr>
            <a:lvl9pPr marL="4114800" lvl="8" indent="-292100">
              <a:spcBef>
                <a:spcPts val="0"/>
              </a:spcBef>
              <a:spcAft>
                <a:spcPts val="0"/>
              </a:spcAft>
              <a:buClr>
                <a:schemeClr val="dk1"/>
              </a:buClr>
              <a:buSzPts val="1000"/>
              <a:buFont typeface="Hanken Grotesk"/>
              <a:buChar char="■"/>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4 Data folders">
  <p:cSld name="CUSTOM_7_1_1_1_1_1_1_1_1_1_1_1_1_1_1_1_1_3">
    <p:spTree>
      <p:nvGrpSpPr>
        <p:cNvPr id="1" name="Shape 471"/>
        <p:cNvGrpSpPr/>
        <p:nvPr/>
      </p:nvGrpSpPr>
      <p:grpSpPr>
        <a:xfrm>
          <a:off x="0" y="0"/>
          <a:ext cx="0" cy="0"/>
          <a:chOff x="0" y="0"/>
          <a:chExt cx="0" cy="0"/>
        </a:xfrm>
      </p:grpSpPr>
      <p:sp>
        <p:nvSpPr>
          <p:cNvPr id="472" name="Google Shape;472;p55"/>
          <p:cNvSpPr txBox="1">
            <a:spLocks noGrp="1"/>
          </p:cNvSpPr>
          <p:nvPr>
            <p:ph type="title"/>
          </p:nvPr>
        </p:nvSpPr>
        <p:spPr>
          <a:xfrm>
            <a:off x="193900" y="1429900"/>
            <a:ext cx="2156700" cy="267000"/>
          </a:xfrm>
          <a:prstGeom prst="rect">
            <a:avLst/>
          </a:prstGeom>
        </p:spPr>
        <p:txBody>
          <a:bodyPr spcFirstLastPara="1" wrap="square" lIns="108000" tIns="0" rIns="108000" bIns="0" anchor="t" anchorCtr="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a:endParaRPr/>
          </a:p>
        </p:txBody>
      </p:sp>
      <p:sp>
        <p:nvSpPr>
          <p:cNvPr id="473" name="Google Shape;473;p55"/>
          <p:cNvSpPr txBox="1">
            <a:spLocks noGrp="1"/>
          </p:cNvSpPr>
          <p:nvPr>
            <p:ph type="title" idx="2"/>
          </p:nvPr>
        </p:nvSpPr>
        <p:spPr>
          <a:xfrm>
            <a:off x="193900" y="1769325"/>
            <a:ext cx="2156700" cy="267000"/>
          </a:xfrm>
          <a:prstGeom prst="rect">
            <a:avLst/>
          </a:prstGeom>
        </p:spPr>
        <p:txBody>
          <a:bodyPr spcFirstLastPara="1" wrap="square" lIns="108000" tIns="0" rIns="108000" bIns="90000" anchor="t" anchorCtr="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474" name="Google Shape;474;p55"/>
          <p:cNvSpPr txBox="1">
            <a:spLocks noGrp="1"/>
          </p:cNvSpPr>
          <p:nvPr>
            <p:ph type="title" idx="3"/>
          </p:nvPr>
        </p:nvSpPr>
        <p:spPr>
          <a:xfrm>
            <a:off x="2391238" y="1429900"/>
            <a:ext cx="2156700" cy="267000"/>
          </a:xfrm>
          <a:prstGeom prst="rect">
            <a:avLst/>
          </a:prstGeom>
        </p:spPr>
        <p:txBody>
          <a:bodyPr spcFirstLastPara="1" wrap="square" lIns="108000" tIns="0" rIns="108000" bIns="0" anchor="t" anchorCtr="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a:endParaRPr/>
          </a:p>
        </p:txBody>
      </p:sp>
      <p:sp>
        <p:nvSpPr>
          <p:cNvPr id="475" name="Google Shape;475;p55"/>
          <p:cNvSpPr txBox="1">
            <a:spLocks noGrp="1"/>
          </p:cNvSpPr>
          <p:nvPr>
            <p:ph type="title" idx="4"/>
          </p:nvPr>
        </p:nvSpPr>
        <p:spPr>
          <a:xfrm>
            <a:off x="2391238" y="1769325"/>
            <a:ext cx="2156700" cy="267000"/>
          </a:xfrm>
          <a:prstGeom prst="rect">
            <a:avLst/>
          </a:prstGeom>
        </p:spPr>
        <p:txBody>
          <a:bodyPr spcFirstLastPara="1" wrap="square" lIns="108000" tIns="0" rIns="108000" bIns="90000" anchor="t" anchorCtr="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476" name="Google Shape;476;p55"/>
          <p:cNvSpPr txBox="1">
            <a:spLocks noGrp="1"/>
          </p:cNvSpPr>
          <p:nvPr>
            <p:ph type="title" idx="5"/>
          </p:nvPr>
        </p:nvSpPr>
        <p:spPr>
          <a:xfrm>
            <a:off x="4590375" y="1429900"/>
            <a:ext cx="2156700" cy="267000"/>
          </a:xfrm>
          <a:prstGeom prst="rect">
            <a:avLst/>
          </a:prstGeom>
        </p:spPr>
        <p:txBody>
          <a:bodyPr spcFirstLastPara="1" wrap="square" lIns="108000" tIns="0" rIns="108000" bIns="0" anchor="t" anchorCtr="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a:endParaRPr/>
          </a:p>
        </p:txBody>
      </p:sp>
      <p:sp>
        <p:nvSpPr>
          <p:cNvPr id="477" name="Google Shape;477;p55"/>
          <p:cNvSpPr txBox="1">
            <a:spLocks noGrp="1"/>
          </p:cNvSpPr>
          <p:nvPr>
            <p:ph type="title" idx="6"/>
          </p:nvPr>
        </p:nvSpPr>
        <p:spPr>
          <a:xfrm>
            <a:off x="4590375" y="1769325"/>
            <a:ext cx="2156700" cy="267000"/>
          </a:xfrm>
          <a:prstGeom prst="rect">
            <a:avLst/>
          </a:prstGeom>
        </p:spPr>
        <p:txBody>
          <a:bodyPr spcFirstLastPara="1" wrap="square" lIns="108000" tIns="0" rIns="108000" bIns="90000" anchor="t" anchorCtr="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478" name="Google Shape;478;p55"/>
          <p:cNvSpPr txBox="1">
            <a:spLocks noGrp="1"/>
          </p:cNvSpPr>
          <p:nvPr>
            <p:ph type="title" idx="7"/>
          </p:nvPr>
        </p:nvSpPr>
        <p:spPr>
          <a:xfrm>
            <a:off x="6788925" y="1429900"/>
            <a:ext cx="2156700" cy="267000"/>
          </a:xfrm>
          <a:prstGeom prst="rect">
            <a:avLst/>
          </a:prstGeom>
        </p:spPr>
        <p:txBody>
          <a:bodyPr spcFirstLastPara="1" wrap="square" lIns="108000" tIns="0" rIns="108000" bIns="0" anchor="t" anchorCtr="0">
            <a:noAutofit/>
          </a:bodyPr>
          <a:lstStyle>
            <a:lvl1pPr lvl="0">
              <a:lnSpc>
                <a:spcPct val="90000"/>
              </a:lnSpc>
              <a:spcBef>
                <a:spcPts val="0"/>
              </a:spcBef>
              <a:spcAft>
                <a:spcPts val="0"/>
              </a:spcAft>
              <a:buSzPts val="2800"/>
              <a:buNone/>
              <a:defRPr sz="2000"/>
            </a:lvl1pPr>
            <a:lvl2pPr lvl="1">
              <a:lnSpc>
                <a:spcPct val="115000"/>
              </a:lnSpc>
              <a:spcBef>
                <a:spcPts val="0"/>
              </a:spcBef>
              <a:spcAft>
                <a:spcPts val="0"/>
              </a:spcAft>
              <a:buSzPts val="2800"/>
              <a:buNone/>
              <a:defRPr sz="2000"/>
            </a:lvl2pPr>
            <a:lvl3pPr lvl="2">
              <a:lnSpc>
                <a:spcPct val="115000"/>
              </a:lnSpc>
              <a:spcBef>
                <a:spcPts val="0"/>
              </a:spcBef>
              <a:spcAft>
                <a:spcPts val="0"/>
              </a:spcAft>
              <a:buSzPts val="2800"/>
              <a:buNone/>
              <a:defRPr sz="2000"/>
            </a:lvl3pPr>
            <a:lvl4pPr lvl="3">
              <a:lnSpc>
                <a:spcPct val="115000"/>
              </a:lnSpc>
              <a:spcBef>
                <a:spcPts val="0"/>
              </a:spcBef>
              <a:spcAft>
                <a:spcPts val="0"/>
              </a:spcAft>
              <a:buSzPts val="2800"/>
              <a:buNone/>
              <a:defRPr sz="2000"/>
            </a:lvl4pPr>
            <a:lvl5pPr lvl="4">
              <a:lnSpc>
                <a:spcPct val="115000"/>
              </a:lnSpc>
              <a:spcBef>
                <a:spcPts val="0"/>
              </a:spcBef>
              <a:spcAft>
                <a:spcPts val="0"/>
              </a:spcAft>
              <a:buSzPts val="2800"/>
              <a:buNone/>
              <a:defRPr sz="2000"/>
            </a:lvl5pPr>
            <a:lvl6pPr lvl="5">
              <a:lnSpc>
                <a:spcPct val="115000"/>
              </a:lnSpc>
              <a:spcBef>
                <a:spcPts val="0"/>
              </a:spcBef>
              <a:spcAft>
                <a:spcPts val="0"/>
              </a:spcAft>
              <a:buSzPts val="2800"/>
              <a:buNone/>
              <a:defRPr sz="2000"/>
            </a:lvl6pPr>
            <a:lvl7pPr lvl="6">
              <a:lnSpc>
                <a:spcPct val="115000"/>
              </a:lnSpc>
              <a:spcBef>
                <a:spcPts val="0"/>
              </a:spcBef>
              <a:spcAft>
                <a:spcPts val="0"/>
              </a:spcAft>
              <a:buSzPts val="2800"/>
              <a:buNone/>
              <a:defRPr sz="2000"/>
            </a:lvl7pPr>
            <a:lvl8pPr lvl="7">
              <a:lnSpc>
                <a:spcPct val="115000"/>
              </a:lnSpc>
              <a:spcBef>
                <a:spcPts val="0"/>
              </a:spcBef>
              <a:spcAft>
                <a:spcPts val="0"/>
              </a:spcAft>
              <a:buSzPts val="2800"/>
              <a:buNone/>
              <a:defRPr sz="2000"/>
            </a:lvl8pPr>
            <a:lvl9pPr lvl="8">
              <a:lnSpc>
                <a:spcPct val="115000"/>
              </a:lnSpc>
              <a:spcBef>
                <a:spcPts val="0"/>
              </a:spcBef>
              <a:spcAft>
                <a:spcPts val="0"/>
              </a:spcAft>
              <a:buSzPts val="2800"/>
              <a:buNone/>
              <a:defRPr sz="2000"/>
            </a:lvl9pPr>
          </a:lstStyle>
          <a:p>
            <a:endParaRPr/>
          </a:p>
        </p:txBody>
      </p:sp>
      <p:sp>
        <p:nvSpPr>
          <p:cNvPr id="479" name="Google Shape;479;p55"/>
          <p:cNvSpPr txBox="1">
            <a:spLocks noGrp="1"/>
          </p:cNvSpPr>
          <p:nvPr>
            <p:ph type="title" idx="8"/>
          </p:nvPr>
        </p:nvSpPr>
        <p:spPr>
          <a:xfrm>
            <a:off x="6788925" y="1769325"/>
            <a:ext cx="2156700" cy="267000"/>
          </a:xfrm>
          <a:prstGeom prst="rect">
            <a:avLst/>
          </a:prstGeom>
        </p:spPr>
        <p:txBody>
          <a:bodyPr spcFirstLastPara="1" wrap="square" lIns="108000" tIns="0" rIns="108000" bIns="90000" anchor="t" anchorCtr="0">
            <a:noAutofit/>
          </a:bodyPr>
          <a:lstStyle>
            <a:lvl1pPr lvl="0">
              <a:lnSpc>
                <a:spcPct val="90000"/>
              </a:lnSpc>
              <a:spcBef>
                <a:spcPts val="0"/>
              </a:spcBef>
              <a:spcAft>
                <a:spcPts val="0"/>
              </a:spcAft>
              <a:buSzPts val="2800"/>
              <a:buNone/>
              <a:defRPr sz="10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480" name="Google Shape;480;p55"/>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481" name="Google Shape;481;p55"/>
          <p:cNvSpPr txBox="1">
            <a:spLocks noGrp="1"/>
          </p:cNvSpPr>
          <p:nvPr>
            <p:ph type="body" idx="9"/>
          </p:nvPr>
        </p:nvSpPr>
        <p:spPr>
          <a:xfrm>
            <a:off x="192900" y="2164400"/>
            <a:ext cx="2156700" cy="1830300"/>
          </a:xfrm>
          <a:prstGeom prst="rect">
            <a:avLst/>
          </a:prstGeom>
        </p:spPr>
        <p:txBody>
          <a:bodyPr spcFirstLastPara="1" wrap="square" lIns="108000" tIns="0" rIns="108000" bIns="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82" name="Google Shape;482;p55"/>
          <p:cNvSpPr txBox="1">
            <a:spLocks noGrp="1"/>
          </p:cNvSpPr>
          <p:nvPr>
            <p:ph type="body" idx="13"/>
          </p:nvPr>
        </p:nvSpPr>
        <p:spPr>
          <a:xfrm>
            <a:off x="2391200" y="2164400"/>
            <a:ext cx="2156700" cy="1830300"/>
          </a:xfrm>
          <a:prstGeom prst="rect">
            <a:avLst/>
          </a:prstGeom>
        </p:spPr>
        <p:txBody>
          <a:bodyPr spcFirstLastPara="1" wrap="square" lIns="108000" tIns="0" rIns="108000" bIns="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83" name="Google Shape;483;p55"/>
          <p:cNvSpPr txBox="1">
            <a:spLocks noGrp="1"/>
          </p:cNvSpPr>
          <p:nvPr>
            <p:ph type="body" idx="14"/>
          </p:nvPr>
        </p:nvSpPr>
        <p:spPr>
          <a:xfrm>
            <a:off x="4590600" y="2164400"/>
            <a:ext cx="2156700" cy="1830300"/>
          </a:xfrm>
          <a:prstGeom prst="rect">
            <a:avLst/>
          </a:prstGeom>
        </p:spPr>
        <p:txBody>
          <a:bodyPr spcFirstLastPara="1" wrap="square" lIns="108000" tIns="0" rIns="108000" bIns="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84" name="Google Shape;484;p55"/>
          <p:cNvSpPr txBox="1">
            <a:spLocks noGrp="1"/>
          </p:cNvSpPr>
          <p:nvPr>
            <p:ph type="body" idx="15"/>
          </p:nvPr>
        </p:nvSpPr>
        <p:spPr>
          <a:xfrm>
            <a:off x="6788900" y="2164400"/>
            <a:ext cx="2156700" cy="1830300"/>
          </a:xfrm>
          <a:prstGeom prst="rect">
            <a:avLst/>
          </a:prstGeom>
        </p:spPr>
        <p:txBody>
          <a:bodyPr spcFirstLastPara="1" wrap="square" lIns="108000" tIns="0" rIns="108000" bIns="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3 Data Folders">
  <p:cSld name="CUSTOM_7_1_1_1_1_1_1_1_1_1_1_1_1_1_1_1_1_4">
    <p:spTree>
      <p:nvGrpSpPr>
        <p:cNvPr id="1" name="Shape 485"/>
        <p:cNvGrpSpPr/>
        <p:nvPr/>
      </p:nvGrpSpPr>
      <p:grpSpPr>
        <a:xfrm>
          <a:off x="0" y="0"/>
          <a:ext cx="0" cy="0"/>
          <a:chOff x="0" y="0"/>
          <a:chExt cx="0" cy="0"/>
        </a:xfrm>
      </p:grpSpPr>
      <p:sp>
        <p:nvSpPr>
          <p:cNvPr id="486" name="Google Shape;486;p56"/>
          <p:cNvSpPr txBox="1">
            <a:spLocks noGrp="1"/>
          </p:cNvSpPr>
          <p:nvPr>
            <p:ph type="title"/>
          </p:nvPr>
        </p:nvSpPr>
        <p:spPr>
          <a:xfrm>
            <a:off x="193900" y="795678"/>
            <a:ext cx="2856900" cy="267000"/>
          </a:xfrm>
          <a:prstGeom prst="rect">
            <a:avLst/>
          </a:prstGeom>
        </p:spPr>
        <p:txBody>
          <a:bodyPr spcFirstLastPara="1" wrap="square" lIns="180000" tIns="0" rIns="180000" bIns="0" anchor="t" anchorCtr="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a:endParaRPr/>
          </a:p>
        </p:txBody>
      </p:sp>
      <p:sp>
        <p:nvSpPr>
          <p:cNvPr id="487" name="Google Shape;487;p56"/>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488" name="Google Shape;488;p56"/>
          <p:cNvSpPr txBox="1">
            <a:spLocks noGrp="1"/>
          </p:cNvSpPr>
          <p:nvPr>
            <p:ph type="title" idx="2"/>
          </p:nvPr>
        </p:nvSpPr>
        <p:spPr>
          <a:xfrm>
            <a:off x="3141175" y="795678"/>
            <a:ext cx="2856900" cy="267000"/>
          </a:xfrm>
          <a:prstGeom prst="rect">
            <a:avLst/>
          </a:prstGeom>
        </p:spPr>
        <p:txBody>
          <a:bodyPr spcFirstLastPara="1" wrap="square" lIns="180000" tIns="0" rIns="180000" bIns="0" anchor="t" anchorCtr="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a:endParaRPr/>
          </a:p>
        </p:txBody>
      </p:sp>
      <p:sp>
        <p:nvSpPr>
          <p:cNvPr id="489" name="Google Shape;489;p56"/>
          <p:cNvSpPr txBox="1">
            <a:spLocks noGrp="1"/>
          </p:cNvSpPr>
          <p:nvPr>
            <p:ph type="title" idx="3"/>
          </p:nvPr>
        </p:nvSpPr>
        <p:spPr>
          <a:xfrm>
            <a:off x="6088450" y="795678"/>
            <a:ext cx="2856900" cy="267000"/>
          </a:xfrm>
          <a:prstGeom prst="rect">
            <a:avLst/>
          </a:prstGeom>
        </p:spPr>
        <p:txBody>
          <a:bodyPr spcFirstLastPara="1" wrap="square" lIns="180000" tIns="0" rIns="180000" bIns="0" anchor="t" anchorCtr="0">
            <a:noAutofit/>
          </a:bodyPr>
          <a:lstStyle>
            <a:lvl1pPr lvl="0">
              <a:spcBef>
                <a:spcPts val="0"/>
              </a:spcBef>
              <a:spcAft>
                <a:spcPts val="0"/>
              </a:spcAft>
              <a:buSzPts val="2800"/>
              <a:buNone/>
              <a:defRPr sz="2000"/>
            </a:lvl1pPr>
            <a:lvl2pPr lvl="1">
              <a:spcBef>
                <a:spcPts val="0"/>
              </a:spcBef>
              <a:spcAft>
                <a:spcPts val="0"/>
              </a:spcAft>
              <a:buSzPts val="2800"/>
              <a:buNone/>
              <a:defRPr sz="2000"/>
            </a:lvl2pPr>
            <a:lvl3pPr lvl="2">
              <a:spcBef>
                <a:spcPts val="0"/>
              </a:spcBef>
              <a:spcAft>
                <a:spcPts val="0"/>
              </a:spcAft>
              <a:buSzPts val="2800"/>
              <a:buNone/>
              <a:defRPr sz="2000"/>
            </a:lvl3pPr>
            <a:lvl4pPr lvl="3">
              <a:spcBef>
                <a:spcPts val="0"/>
              </a:spcBef>
              <a:spcAft>
                <a:spcPts val="0"/>
              </a:spcAft>
              <a:buSzPts val="2800"/>
              <a:buNone/>
              <a:defRPr sz="2000"/>
            </a:lvl4pPr>
            <a:lvl5pPr lvl="4">
              <a:spcBef>
                <a:spcPts val="0"/>
              </a:spcBef>
              <a:spcAft>
                <a:spcPts val="0"/>
              </a:spcAft>
              <a:buSzPts val="2800"/>
              <a:buNone/>
              <a:defRPr sz="2000"/>
            </a:lvl5pPr>
            <a:lvl6pPr lvl="5">
              <a:spcBef>
                <a:spcPts val="0"/>
              </a:spcBef>
              <a:spcAft>
                <a:spcPts val="0"/>
              </a:spcAft>
              <a:buSzPts val="2800"/>
              <a:buNone/>
              <a:defRPr sz="2000"/>
            </a:lvl6pPr>
            <a:lvl7pPr lvl="6">
              <a:spcBef>
                <a:spcPts val="0"/>
              </a:spcBef>
              <a:spcAft>
                <a:spcPts val="0"/>
              </a:spcAft>
              <a:buSzPts val="2800"/>
              <a:buNone/>
              <a:defRPr sz="2000"/>
            </a:lvl7pPr>
            <a:lvl8pPr lvl="7">
              <a:spcBef>
                <a:spcPts val="0"/>
              </a:spcBef>
              <a:spcAft>
                <a:spcPts val="0"/>
              </a:spcAft>
              <a:buSzPts val="2800"/>
              <a:buNone/>
              <a:defRPr sz="2000"/>
            </a:lvl8pPr>
            <a:lvl9pPr lvl="8">
              <a:spcBef>
                <a:spcPts val="0"/>
              </a:spcBef>
              <a:spcAft>
                <a:spcPts val="0"/>
              </a:spcAft>
              <a:buSzPts val="2800"/>
              <a:buNone/>
              <a:defRPr sz="2000"/>
            </a:lvl9pPr>
          </a:lstStyle>
          <a:p>
            <a:endParaRPr/>
          </a:p>
        </p:txBody>
      </p:sp>
      <p:sp>
        <p:nvSpPr>
          <p:cNvPr id="490" name="Google Shape;490;p56"/>
          <p:cNvSpPr txBox="1">
            <a:spLocks noGrp="1"/>
          </p:cNvSpPr>
          <p:nvPr>
            <p:ph type="body" idx="4"/>
          </p:nvPr>
        </p:nvSpPr>
        <p:spPr>
          <a:xfrm>
            <a:off x="194075" y="1414925"/>
            <a:ext cx="2856900" cy="3548700"/>
          </a:xfrm>
          <a:prstGeom prst="rect">
            <a:avLst/>
          </a:prstGeom>
        </p:spPr>
        <p:txBody>
          <a:bodyPr spcFirstLastPara="1" wrap="square" lIns="180000" tIns="270000" rIns="180000" bIns="180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91" name="Google Shape;491;p56"/>
          <p:cNvSpPr txBox="1">
            <a:spLocks noGrp="1"/>
          </p:cNvSpPr>
          <p:nvPr>
            <p:ph type="body" idx="5"/>
          </p:nvPr>
        </p:nvSpPr>
        <p:spPr>
          <a:xfrm>
            <a:off x="3140525" y="1414925"/>
            <a:ext cx="2856900" cy="3548700"/>
          </a:xfrm>
          <a:prstGeom prst="rect">
            <a:avLst/>
          </a:prstGeom>
        </p:spPr>
        <p:txBody>
          <a:bodyPr spcFirstLastPara="1" wrap="square" lIns="180000" tIns="270000" rIns="180000" bIns="180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492" name="Google Shape;492;p56"/>
          <p:cNvSpPr txBox="1">
            <a:spLocks noGrp="1"/>
          </p:cNvSpPr>
          <p:nvPr>
            <p:ph type="body" idx="6"/>
          </p:nvPr>
        </p:nvSpPr>
        <p:spPr>
          <a:xfrm>
            <a:off x="6086975" y="1414925"/>
            <a:ext cx="2856900" cy="3548700"/>
          </a:xfrm>
          <a:prstGeom prst="rect">
            <a:avLst/>
          </a:prstGeom>
        </p:spPr>
        <p:txBody>
          <a:bodyPr spcFirstLastPara="1" wrap="square" lIns="180000" tIns="270000" rIns="180000" bIns="180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able">
  <p:cSld name="CUSTOM_7_1_1_1_1_1_1_1_1_1_1_1_1_1_1_1_1_5_2">
    <p:spTree>
      <p:nvGrpSpPr>
        <p:cNvPr id="1" name="Shape 493"/>
        <p:cNvGrpSpPr/>
        <p:nvPr/>
      </p:nvGrpSpPr>
      <p:grpSpPr>
        <a:xfrm>
          <a:off x="0" y="0"/>
          <a:ext cx="0" cy="0"/>
          <a:chOff x="0" y="0"/>
          <a:chExt cx="0" cy="0"/>
        </a:xfrm>
      </p:grpSpPr>
      <p:sp>
        <p:nvSpPr>
          <p:cNvPr id="494" name="Google Shape;494;p57"/>
          <p:cNvSpPr txBox="1">
            <a:spLocks noGrp="1"/>
          </p:cNvSpPr>
          <p:nvPr>
            <p:ph type="title"/>
          </p:nvPr>
        </p:nvSpPr>
        <p:spPr>
          <a:xfrm>
            <a:off x="226000" y="562150"/>
            <a:ext cx="360000" cy="360000"/>
          </a:xfrm>
          <a:prstGeom prst="rect">
            <a:avLst/>
          </a:prstGeom>
        </p:spPr>
        <p:txBody>
          <a:bodyPr spcFirstLastPara="1" wrap="square" lIns="0" tIns="0" rIns="0" bIns="0" anchor="ctr" anchorCtr="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a:endParaRPr/>
          </a:p>
        </p:txBody>
      </p:sp>
      <p:sp>
        <p:nvSpPr>
          <p:cNvPr id="495" name="Google Shape;495;p57"/>
          <p:cNvSpPr txBox="1">
            <a:spLocks noGrp="1"/>
          </p:cNvSpPr>
          <p:nvPr>
            <p:ph type="title" idx="2"/>
          </p:nvPr>
        </p:nvSpPr>
        <p:spPr>
          <a:xfrm>
            <a:off x="3325125" y="562150"/>
            <a:ext cx="360000" cy="360000"/>
          </a:xfrm>
          <a:prstGeom prst="rect">
            <a:avLst/>
          </a:prstGeom>
        </p:spPr>
        <p:txBody>
          <a:bodyPr spcFirstLastPara="1" wrap="square" lIns="0" tIns="0" rIns="0" bIns="0" anchor="ctr" anchorCtr="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a:endParaRPr/>
          </a:p>
        </p:txBody>
      </p:sp>
      <p:sp>
        <p:nvSpPr>
          <p:cNvPr id="496" name="Google Shape;496;p57"/>
          <p:cNvSpPr txBox="1">
            <a:spLocks noGrp="1"/>
          </p:cNvSpPr>
          <p:nvPr>
            <p:ph type="title" idx="3"/>
          </p:nvPr>
        </p:nvSpPr>
        <p:spPr>
          <a:xfrm>
            <a:off x="227250" y="1277200"/>
            <a:ext cx="22827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497" name="Google Shape;497;p57"/>
          <p:cNvSpPr txBox="1">
            <a:spLocks noGrp="1"/>
          </p:cNvSpPr>
          <p:nvPr>
            <p:ph type="title" idx="4"/>
          </p:nvPr>
        </p:nvSpPr>
        <p:spPr>
          <a:xfrm>
            <a:off x="3324478" y="1277200"/>
            <a:ext cx="22809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498" name="Google Shape;498;p57"/>
          <p:cNvSpPr txBox="1">
            <a:spLocks noGrp="1"/>
          </p:cNvSpPr>
          <p:nvPr>
            <p:ph type="title" idx="5"/>
          </p:nvPr>
        </p:nvSpPr>
        <p:spPr>
          <a:xfrm>
            <a:off x="6421152" y="1277200"/>
            <a:ext cx="22791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499" name="Google Shape;499;p57"/>
          <p:cNvSpPr txBox="1">
            <a:spLocks noGrp="1"/>
          </p:cNvSpPr>
          <p:nvPr>
            <p:ph type="title" idx="6"/>
          </p:nvPr>
        </p:nvSpPr>
        <p:spPr>
          <a:xfrm>
            <a:off x="6421925" y="562150"/>
            <a:ext cx="360000" cy="360000"/>
          </a:xfrm>
          <a:prstGeom prst="rect">
            <a:avLst/>
          </a:prstGeom>
        </p:spPr>
        <p:txBody>
          <a:bodyPr spcFirstLastPara="1" wrap="square" lIns="0" tIns="0" rIns="0" bIns="0" anchor="ctr" anchorCtr="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a:endParaRPr/>
          </a:p>
        </p:txBody>
      </p:sp>
      <p:sp>
        <p:nvSpPr>
          <p:cNvPr id="500" name="Google Shape;500;p57"/>
          <p:cNvSpPr txBox="1">
            <a:spLocks noGrp="1"/>
          </p:cNvSpPr>
          <p:nvPr>
            <p:ph type="title" idx="7"/>
          </p:nvPr>
        </p:nvSpPr>
        <p:spPr>
          <a:xfrm>
            <a:off x="226431" y="2709100"/>
            <a:ext cx="22827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01" name="Google Shape;501;p57"/>
          <p:cNvSpPr txBox="1">
            <a:spLocks noGrp="1"/>
          </p:cNvSpPr>
          <p:nvPr>
            <p:ph type="title" idx="8"/>
          </p:nvPr>
        </p:nvSpPr>
        <p:spPr>
          <a:xfrm>
            <a:off x="6419945" y="2709108"/>
            <a:ext cx="22791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02" name="Google Shape;502;p57"/>
          <p:cNvSpPr txBox="1">
            <a:spLocks noGrp="1"/>
          </p:cNvSpPr>
          <p:nvPr>
            <p:ph type="title" idx="9"/>
          </p:nvPr>
        </p:nvSpPr>
        <p:spPr>
          <a:xfrm>
            <a:off x="226000" y="3996225"/>
            <a:ext cx="22827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03" name="Google Shape;503;p57"/>
          <p:cNvSpPr txBox="1">
            <a:spLocks noGrp="1"/>
          </p:cNvSpPr>
          <p:nvPr>
            <p:ph type="title" idx="13"/>
          </p:nvPr>
        </p:nvSpPr>
        <p:spPr>
          <a:xfrm>
            <a:off x="3322675" y="3996228"/>
            <a:ext cx="22809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04" name="Google Shape;504;p57"/>
          <p:cNvSpPr txBox="1">
            <a:spLocks noGrp="1"/>
          </p:cNvSpPr>
          <p:nvPr>
            <p:ph type="title" idx="14"/>
          </p:nvPr>
        </p:nvSpPr>
        <p:spPr>
          <a:xfrm>
            <a:off x="6419350" y="3996228"/>
            <a:ext cx="22791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05" name="Google Shape;505;p57"/>
          <p:cNvSpPr txBox="1">
            <a:spLocks noGrp="1"/>
          </p:cNvSpPr>
          <p:nvPr>
            <p:ph type="title" idx="15"/>
          </p:nvPr>
        </p:nvSpPr>
        <p:spPr>
          <a:xfrm>
            <a:off x="587225" y="562150"/>
            <a:ext cx="1219200" cy="505800"/>
          </a:xfrm>
          <a:prstGeom prst="rect">
            <a:avLst/>
          </a:prstGeom>
        </p:spPr>
        <p:txBody>
          <a:bodyPr spcFirstLastPara="1" wrap="square" lIns="108000" tIns="0" rIns="0" bIns="0" anchor="t" anchorCtr="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06" name="Google Shape;506;p57"/>
          <p:cNvSpPr txBox="1">
            <a:spLocks noGrp="1"/>
          </p:cNvSpPr>
          <p:nvPr>
            <p:ph type="title" idx="16"/>
          </p:nvPr>
        </p:nvSpPr>
        <p:spPr>
          <a:xfrm>
            <a:off x="3684488" y="562150"/>
            <a:ext cx="1219200" cy="505800"/>
          </a:xfrm>
          <a:prstGeom prst="rect">
            <a:avLst/>
          </a:prstGeom>
        </p:spPr>
        <p:txBody>
          <a:bodyPr spcFirstLastPara="1" wrap="square" lIns="108000" tIns="0" rIns="0" bIns="0" anchor="t" anchorCtr="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07" name="Google Shape;507;p57"/>
          <p:cNvSpPr txBox="1">
            <a:spLocks noGrp="1"/>
          </p:cNvSpPr>
          <p:nvPr>
            <p:ph type="title" idx="17"/>
          </p:nvPr>
        </p:nvSpPr>
        <p:spPr>
          <a:xfrm>
            <a:off x="6781463" y="562150"/>
            <a:ext cx="1219200" cy="505800"/>
          </a:xfrm>
          <a:prstGeom prst="rect">
            <a:avLst/>
          </a:prstGeom>
        </p:spPr>
        <p:txBody>
          <a:bodyPr spcFirstLastPara="1" wrap="square" lIns="108000" tIns="0" rIns="0" bIns="0" anchor="t" anchorCtr="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08" name="Google Shape;508;p57"/>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509" name="Google Shape;509;p57"/>
          <p:cNvSpPr txBox="1">
            <a:spLocks noGrp="1"/>
          </p:cNvSpPr>
          <p:nvPr>
            <p:ph type="body" idx="18"/>
          </p:nvPr>
        </p:nvSpPr>
        <p:spPr>
          <a:xfrm>
            <a:off x="226150" y="4230400"/>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10" name="Google Shape;510;p57"/>
          <p:cNvSpPr txBox="1">
            <a:spLocks noGrp="1"/>
          </p:cNvSpPr>
          <p:nvPr>
            <p:ph type="body" idx="19"/>
          </p:nvPr>
        </p:nvSpPr>
        <p:spPr>
          <a:xfrm>
            <a:off x="3321928" y="4230402"/>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11" name="Google Shape;511;p57"/>
          <p:cNvSpPr txBox="1">
            <a:spLocks noGrp="1"/>
          </p:cNvSpPr>
          <p:nvPr>
            <p:ph type="body" idx="20"/>
          </p:nvPr>
        </p:nvSpPr>
        <p:spPr>
          <a:xfrm>
            <a:off x="6417703" y="4230402"/>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12" name="Google Shape;512;p57"/>
          <p:cNvSpPr txBox="1">
            <a:spLocks noGrp="1"/>
          </p:cNvSpPr>
          <p:nvPr>
            <p:ph type="title" idx="21"/>
          </p:nvPr>
        </p:nvSpPr>
        <p:spPr>
          <a:xfrm>
            <a:off x="3323270" y="2709108"/>
            <a:ext cx="2280900" cy="6519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13" name="Google Shape;513;p57"/>
          <p:cNvSpPr txBox="1">
            <a:spLocks noGrp="1"/>
          </p:cNvSpPr>
          <p:nvPr>
            <p:ph type="body" idx="22"/>
          </p:nvPr>
        </p:nvSpPr>
        <p:spPr>
          <a:xfrm>
            <a:off x="226150" y="2943275"/>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14" name="Google Shape;514;p57"/>
          <p:cNvSpPr txBox="1">
            <a:spLocks noGrp="1"/>
          </p:cNvSpPr>
          <p:nvPr>
            <p:ph type="body" idx="23"/>
          </p:nvPr>
        </p:nvSpPr>
        <p:spPr>
          <a:xfrm>
            <a:off x="3321928" y="2943282"/>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15" name="Google Shape;515;p57"/>
          <p:cNvSpPr txBox="1">
            <a:spLocks noGrp="1"/>
          </p:cNvSpPr>
          <p:nvPr>
            <p:ph type="body" idx="24"/>
          </p:nvPr>
        </p:nvSpPr>
        <p:spPr>
          <a:xfrm>
            <a:off x="6417703" y="2943282"/>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16" name="Google Shape;516;p57"/>
          <p:cNvSpPr txBox="1">
            <a:spLocks noGrp="1"/>
          </p:cNvSpPr>
          <p:nvPr>
            <p:ph type="body" idx="25"/>
          </p:nvPr>
        </p:nvSpPr>
        <p:spPr>
          <a:xfrm>
            <a:off x="226150" y="1511375"/>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17" name="Google Shape;517;p57"/>
          <p:cNvSpPr txBox="1">
            <a:spLocks noGrp="1"/>
          </p:cNvSpPr>
          <p:nvPr>
            <p:ph type="body" idx="26"/>
          </p:nvPr>
        </p:nvSpPr>
        <p:spPr>
          <a:xfrm>
            <a:off x="3321928" y="1511374"/>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18" name="Google Shape;518;p57"/>
          <p:cNvSpPr txBox="1">
            <a:spLocks noGrp="1"/>
          </p:cNvSpPr>
          <p:nvPr>
            <p:ph type="body" idx="27"/>
          </p:nvPr>
        </p:nvSpPr>
        <p:spPr>
          <a:xfrm>
            <a:off x="6417703" y="1511374"/>
            <a:ext cx="2282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able and image ">
  <p:cSld name="CUSTOM_7_1_1_1_1_1_1_1_1_1_1_1_1_1_1_1_1_5_1">
    <p:spTree>
      <p:nvGrpSpPr>
        <p:cNvPr id="1" name="Shape 519"/>
        <p:cNvGrpSpPr/>
        <p:nvPr/>
      </p:nvGrpSpPr>
      <p:grpSpPr>
        <a:xfrm>
          <a:off x="0" y="0"/>
          <a:ext cx="0" cy="0"/>
          <a:chOff x="0" y="0"/>
          <a:chExt cx="0" cy="0"/>
        </a:xfrm>
      </p:grpSpPr>
      <p:sp>
        <p:nvSpPr>
          <p:cNvPr id="520" name="Google Shape;520;p58"/>
          <p:cNvSpPr txBox="1">
            <a:spLocks noGrp="1"/>
          </p:cNvSpPr>
          <p:nvPr>
            <p:ph type="title"/>
          </p:nvPr>
        </p:nvSpPr>
        <p:spPr>
          <a:xfrm>
            <a:off x="2005725" y="562150"/>
            <a:ext cx="360000" cy="360000"/>
          </a:xfrm>
          <a:prstGeom prst="rect">
            <a:avLst/>
          </a:prstGeom>
        </p:spPr>
        <p:txBody>
          <a:bodyPr spcFirstLastPara="1" wrap="square" lIns="0" tIns="0" rIns="0" bIns="0" anchor="ctr" anchorCtr="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a:endParaRPr/>
          </a:p>
        </p:txBody>
      </p:sp>
      <p:sp>
        <p:nvSpPr>
          <p:cNvPr id="521" name="Google Shape;521;p58"/>
          <p:cNvSpPr txBox="1">
            <a:spLocks noGrp="1"/>
          </p:cNvSpPr>
          <p:nvPr>
            <p:ph type="title" idx="2"/>
          </p:nvPr>
        </p:nvSpPr>
        <p:spPr>
          <a:xfrm>
            <a:off x="3783250" y="562150"/>
            <a:ext cx="360000" cy="360000"/>
          </a:xfrm>
          <a:prstGeom prst="rect">
            <a:avLst/>
          </a:prstGeom>
        </p:spPr>
        <p:txBody>
          <a:bodyPr spcFirstLastPara="1" wrap="square" lIns="0" tIns="0" rIns="0" bIns="0" anchor="ctr" anchorCtr="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a:endParaRPr/>
          </a:p>
        </p:txBody>
      </p:sp>
      <p:sp>
        <p:nvSpPr>
          <p:cNvPr id="522" name="Google Shape;522;p58"/>
          <p:cNvSpPr txBox="1">
            <a:spLocks noGrp="1"/>
          </p:cNvSpPr>
          <p:nvPr>
            <p:ph type="title" idx="3"/>
          </p:nvPr>
        </p:nvSpPr>
        <p:spPr>
          <a:xfrm>
            <a:off x="5560500" y="562150"/>
            <a:ext cx="360000" cy="360000"/>
          </a:xfrm>
          <a:prstGeom prst="rect">
            <a:avLst/>
          </a:prstGeom>
        </p:spPr>
        <p:txBody>
          <a:bodyPr spcFirstLastPara="1" wrap="square" lIns="0" tIns="0" rIns="0" bIns="0" anchor="ctr" anchorCtr="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a:endParaRPr/>
          </a:p>
        </p:txBody>
      </p:sp>
      <p:sp>
        <p:nvSpPr>
          <p:cNvPr id="523" name="Google Shape;523;p58"/>
          <p:cNvSpPr txBox="1">
            <a:spLocks noGrp="1"/>
          </p:cNvSpPr>
          <p:nvPr>
            <p:ph type="title" idx="4"/>
          </p:nvPr>
        </p:nvSpPr>
        <p:spPr>
          <a:xfrm>
            <a:off x="7337750" y="562150"/>
            <a:ext cx="360000" cy="360000"/>
          </a:xfrm>
          <a:prstGeom prst="rect">
            <a:avLst/>
          </a:prstGeom>
        </p:spPr>
        <p:txBody>
          <a:bodyPr spcFirstLastPara="1" wrap="square" lIns="0" tIns="0" rIns="0" bIns="0" anchor="ctr" anchorCtr="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a:endParaRPr/>
          </a:p>
        </p:txBody>
      </p:sp>
      <p:sp>
        <p:nvSpPr>
          <p:cNvPr id="524" name="Google Shape;524;p58"/>
          <p:cNvSpPr txBox="1">
            <a:spLocks noGrp="1"/>
          </p:cNvSpPr>
          <p:nvPr>
            <p:ph type="title" idx="5"/>
          </p:nvPr>
        </p:nvSpPr>
        <p:spPr>
          <a:xfrm>
            <a:off x="226000" y="562150"/>
            <a:ext cx="360000" cy="360000"/>
          </a:xfrm>
          <a:prstGeom prst="rect">
            <a:avLst/>
          </a:prstGeom>
        </p:spPr>
        <p:txBody>
          <a:bodyPr spcFirstLastPara="1" wrap="square" lIns="0" tIns="0" rIns="0" bIns="0" anchor="ctr" anchorCtr="0">
            <a:noAutofit/>
          </a:bodyPr>
          <a:lstStyle>
            <a:lvl1pPr lvl="0" algn="ctr">
              <a:spcBef>
                <a:spcPts val="0"/>
              </a:spcBef>
              <a:spcAft>
                <a:spcPts val="0"/>
              </a:spcAft>
              <a:buSzPts val="2800"/>
              <a:buNone/>
              <a:defRPr sz="1600">
                <a:latin typeface="Hanken Grotesk"/>
                <a:ea typeface="Hanken Grotesk"/>
                <a:cs typeface="Hanken Grotesk"/>
                <a:sym typeface="Hanken Grotesk"/>
              </a:defRPr>
            </a:lvl1pPr>
            <a:lvl2pPr lvl="1" algn="ctr">
              <a:spcBef>
                <a:spcPts val="0"/>
              </a:spcBef>
              <a:spcAft>
                <a:spcPts val="0"/>
              </a:spcAft>
              <a:buSzPts val="2800"/>
              <a:buNone/>
              <a:defRPr sz="1600">
                <a:latin typeface="Hanken Grotesk"/>
                <a:ea typeface="Hanken Grotesk"/>
                <a:cs typeface="Hanken Grotesk"/>
                <a:sym typeface="Hanken Grotesk"/>
              </a:defRPr>
            </a:lvl2pPr>
            <a:lvl3pPr lvl="2" algn="ctr">
              <a:spcBef>
                <a:spcPts val="0"/>
              </a:spcBef>
              <a:spcAft>
                <a:spcPts val="0"/>
              </a:spcAft>
              <a:buSzPts val="2800"/>
              <a:buNone/>
              <a:defRPr sz="1600">
                <a:latin typeface="Hanken Grotesk"/>
                <a:ea typeface="Hanken Grotesk"/>
                <a:cs typeface="Hanken Grotesk"/>
                <a:sym typeface="Hanken Grotesk"/>
              </a:defRPr>
            </a:lvl3pPr>
            <a:lvl4pPr lvl="3" algn="ctr">
              <a:spcBef>
                <a:spcPts val="0"/>
              </a:spcBef>
              <a:spcAft>
                <a:spcPts val="0"/>
              </a:spcAft>
              <a:buSzPts val="2800"/>
              <a:buNone/>
              <a:defRPr sz="1600">
                <a:latin typeface="Hanken Grotesk"/>
                <a:ea typeface="Hanken Grotesk"/>
                <a:cs typeface="Hanken Grotesk"/>
                <a:sym typeface="Hanken Grotesk"/>
              </a:defRPr>
            </a:lvl4pPr>
            <a:lvl5pPr lvl="4" algn="ctr">
              <a:spcBef>
                <a:spcPts val="0"/>
              </a:spcBef>
              <a:spcAft>
                <a:spcPts val="0"/>
              </a:spcAft>
              <a:buSzPts val="2800"/>
              <a:buNone/>
              <a:defRPr sz="1600">
                <a:latin typeface="Hanken Grotesk"/>
                <a:ea typeface="Hanken Grotesk"/>
                <a:cs typeface="Hanken Grotesk"/>
                <a:sym typeface="Hanken Grotesk"/>
              </a:defRPr>
            </a:lvl5pPr>
            <a:lvl6pPr lvl="5" algn="ctr">
              <a:spcBef>
                <a:spcPts val="0"/>
              </a:spcBef>
              <a:spcAft>
                <a:spcPts val="0"/>
              </a:spcAft>
              <a:buSzPts val="2800"/>
              <a:buNone/>
              <a:defRPr sz="1600">
                <a:latin typeface="Hanken Grotesk"/>
                <a:ea typeface="Hanken Grotesk"/>
                <a:cs typeface="Hanken Grotesk"/>
                <a:sym typeface="Hanken Grotesk"/>
              </a:defRPr>
            </a:lvl6pPr>
            <a:lvl7pPr lvl="6" algn="ctr">
              <a:spcBef>
                <a:spcPts val="0"/>
              </a:spcBef>
              <a:spcAft>
                <a:spcPts val="0"/>
              </a:spcAft>
              <a:buSzPts val="2800"/>
              <a:buNone/>
              <a:defRPr sz="1600">
                <a:latin typeface="Hanken Grotesk"/>
                <a:ea typeface="Hanken Grotesk"/>
                <a:cs typeface="Hanken Grotesk"/>
                <a:sym typeface="Hanken Grotesk"/>
              </a:defRPr>
            </a:lvl7pPr>
            <a:lvl8pPr lvl="7" algn="ctr">
              <a:spcBef>
                <a:spcPts val="0"/>
              </a:spcBef>
              <a:spcAft>
                <a:spcPts val="0"/>
              </a:spcAft>
              <a:buSzPts val="2800"/>
              <a:buNone/>
              <a:defRPr sz="1600">
                <a:latin typeface="Hanken Grotesk"/>
                <a:ea typeface="Hanken Grotesk"/>
                <a:cs typeface="Hanken Grotesk"/>
                <a:sym typeface="Hanken Grotesk"/>
              </a:defRPr>
            </a:lvl8pPr>
            <a:lvl9pPr lvl="8" algn="ctr">
              <a:spcBef>
                <a:spcPts val="0"/>
              </a:spcBef>
              <a:spcAft>
                <a:spcPts val="0"/>
              </a:spcAft>
              <a:buSzPts val="2800"/>
              <a:buNone/>
              <a:defRPr sz="1600">
                <a:latin typeface="Hanken Grotesk"/>
                <a:ea typeface="Hanken Grotesk"/>
                <a:cs typeface="Hanken Grotesk"/>
                <a:sym typeface="Hanken Grotesk"/>
              </a:defRPr>
            </a:lvl9pPr>
          </a:lstStyle>
          <a:p>
            <a:endParaRPr/>
          </a:p>
        </p:txBody>
      </p:sp>
      <p:sp>
        <p:nvSpPr>
          <p:cNvPr id="525" name="Google Shape;525;p58"/>
          <p:cNvSpPr txBox="1">
            <a:spLocks noGrp="1"/>
          </p:cNvSpPr>
          <p:nvPr>
            <p:ph type="title" idx="6"/>
          </p:nvPr>
        </p:nvSpPr>
        <p:spPr>
          <a:xfrm>
            <a:off x="227250" y="1277192"/>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26" name="Google Shape;526;p58"/>
          <p:cNvSpPr txBox="1">
            <a:spLocks noGrp="1"/>
          </p:cNvSpPr>
          <p:nvPr>
            <p:ph type="title" idx="7"/>
          </p:nvPr>
        </p:nvSpPr>
        <p:spPr>
          <a:xfrm>
            <a:off x="2004525" y="1277192"/>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27" name="Google Shape;527;p58"/>
          <p:cNvSpPr txBox="1">
            <a:spLocks noGrp="1"/>
          </p:cNvSpPr>
          <p:nvPr>
            <p:ph type="title" idx="8"/>
          </p:nvPr>
        </p:nvSpPr>
        <p:spPr>
          <a:xfrm>
            <a:off x="3781925" y="1277192"/>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28" name="Google Shape;528;p58"/>
          <p:cNvSpPr txBox="1">
            <a:spLocks noGrp="1"/>
          </p:cNvSpPr>
          <p:nvPr>
            <p:ph type="title" idx="9"/>
          </p:nvPr>
        </p:nvSpPr>
        <p:spPr>
          <a:xfrm>
            <a:off x="5559300" y="1277192"/>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29" name="Google Shape;529;p58"/>
          <p:cNvSpPr txBox="1">
            <a:spLocks noGrp="1"/>
          </p:cNvSpPr>
          <p:nvPr>
            <p:ph type="title" idx="13"/>
          </p:nvPr>
        </p:nvSpPr>
        <p:spPr>
          <a:xfrm>
            <a:off x="7337425" y="1277192"/>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0" name="Google Shape;530;p58"/>
          <p:cNvSpPr txBox="1">
            <a:spLocks noGrp="1"/>
          </p:cNvSpPr>
          <p:nvPr>
            <p:ph type="title" idx="14"/>
          </p:nvPr>
        </p:nvSpPr>
        <p:spPr>
          <a:xfrm>
            <a:off x="226425" y="2709100"/>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1" name="Google Shape;531;p58"/>
          <p:cNvSpPr txBox="1">
            <a:spLocks noGrp="1"/>
          </p:cNvSpPr>
          <p:nvPr>
            <p:ph type="title" idx="15"/>
          </p:nvPr>
        </p:nvSpPr>
        <p:spPr>
          <a:xfrm>
            <a:off x="2003700" y="2709100"/>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2" name="Google Shape;532;p58"/>
          <p:cNvSpPr txBox="1">
            <a:spLocks noGrp="1"/>
          </p:cNvSpPr>
          <p:nvPr>
            <p:ph type="title" idx="16"/>
          </p:nvPr>
        </p:nvSpPr>
        <p:spPr>
          <a:xfrm>
            <a:off x="3781100" y="2709100"/>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3" name="Google Shape;533;p58"/>
          <p:cNvSpPr txBox="1">
            <a:spLocks noGrp="1"/>
          </p:cNvSpPr>
          <p:nvPr>
            <p:ph type="title" idx="17"/>
          </p:nvPr>
        </p:nvSpPr>
        <p:spPr>
          <a:xfrm>
            <a:off x="5558475" y="2709100"/>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4" name="Google Shape;534;p58"/>
          <p:cNvSpPr txBox="1">
            <a:spLocks noGrp="1"/>
          </p:cNvSpPr>
          <p:nvPr>
            <p:ph type="title" idx="18"/>
          </p:nvPr>
        </p:nvSpPr>
        <p:spPr>
          <a:xfrm>
            <a:off x="7336600" y="2709100"/>
            <a:ext cx="1581000" cy="2343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5" name="Google Shape;535;p58"/>
          <p:cNvSpPr txBox="1">
            <a:spLocks noGrp="1"/>
          </p:cNvSpPr>
          <p:nvPr>
            <p:ph type="title" idx="19"/>
          </p:nvPr>
        </p:nvSpPr>
        <p:spPr>
          <a:xfrm>
            <a:off x="587225" y="562150"/>
            <a:ext cx="1219200" cy="505800"/>
          </a:xfrm>
          <a:prstGeom prst="rect">
            <a:avLst/>
          </a:prstGeom>
        </p:spPr>
        <p:txBody>
          <a:bodyPr spcFirstLastPara="1" wrap="square" lIns="108000" tIns="0" rIns="0" bIns="0" anchor="t" anchorCtr="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6" name="Google Shape;536;p58"/>
          <p:cNvSpPr txBox="1">
            <a:spLocks noGrp="1"/>
          </p:cNvSpPr>
          <p:nvPr>
            <p:ph type="title" idx="20"/>
          </p:nvPr>
        </p:nvSpPr>
        <p:spPr>
          <a:xfrm>
            <a:off x="2365088" y="562150"/>
            <a:ext cx="1219200" cy="505800"/>
          </a:xfrm>
          <a:prstGeom prst="rect">
            <a:avLst/>
          </a:prstGeom>
        </p:spPr>
        <p:txBody>
          <a:bodyPr spcFirstLastPara="1" wrap="square" lIns="108000" tIns="0" rIns="0" bIns="0" anchor="t" anchorCtr="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7" name="Google Shape;537;p58"/>
          <p:cNvSpPr txBox="1">
            <a:spLocks noGrp="1"/>
          </p:cNvSpPr>
          <p:nvPr>
            <p:ph type="title" idx="21"/>
          </p:nvPr>
        </p:nvSpPr>
        <p:spPr>
          <a:xfrm>
            <a:off x="4142788" y="562150"/>
            <a:ext cx="1219200" cy="505800"/>
          </a:xfrm>
          <a:prstGeom prst="rect">
            <a:avLst/>
          </a:prstGeom>
        </p:spPr>
        <p:txBody>
          <a:bodyPr spcFirstLastPara="1" wrap="square" lIns="108000" tIns="0" rIns="0" bIns="0" anchor="t" anchorCtr="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8" name="Google Shape;538;p58"/>
          <p:cNvSpPr txBox="1">
            <a:spLocks noGrp="1"/>
          </p:cNvSpPr>
          <p:nvPr>
            <p:ph type="title" idx="22"/>
          </p:nvPr>
        </p:nvSpPr>
        <p:spPr>
          <a:xfrm>
            <a:off x="5921000" y="562150"/>
            <a:ext cx="1219200" cy="505800"/>
          </a:xfrm>
          <a:prstGeom prst="rect">
            <a:avLst/>
          </a:prstGeom>
        </p:spPr>
        <p:txBody>
          <a:bodyPr spcFirstLastPara="1" wrap="square" lIns="108000" tIns="0" rIns="0" bIns="0" anchor="t" anchorCtr="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39" name="Google Shape;539;p58"/>
          <p:cNvSpPr txBox="1">
            <a:spLocks noGrp="1"/>
          </p:cNvSpPr>
          <p:nvPr>
            <p:ph type="title" idx="23"/>
          </p:nvPr>
        </p:nvSpPr>
        <p:spPr>
          <a:xfrm>
            <a:off x="7699213" y="562150"/>
            <a:ext cx="1219200" cy="505800"/>
          </a:xfrm>
          <a:prstGeom prst="rect">
            <a:avLst/>
          </a:prstGeom>
        </p:spPr>
        <p:txBody>
          <a:bodyPr spcFirstLastPara="1" wrap="square" lIns="108000" tIns="0" rIns="0" bIns="0" anchor="t" anchorCtr="0">
            <a:noAutofit/>
          </a:bodyPr>
          <a:lstStyle>
            <a:lvl1pPr lvl="0">
              <a:lnSpc>
                <a:spcPct val="90000"/>
              </a:lnSpc>
              <a:spcBef>
                <a:spcPts val="0"/>
              </a:spcBef>
              <a:spcAft>
                <a:spcPts val="0"/>
              </a:spcAft>
              <a:buSzPts val="2800"/>
              <a:buNone/>
              <a:defRPr sz="12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None/>
              <a:defRPr sz="1000">
                <a:latin typeface="Hanken Grotesk SemiBold"/>
                <a:ea typeface="Hanken Grotesk SemiBold"/>
                <a:cs typeface="Hanken Grotesk SemiBold"/>
                <a:sym typeface="Hanken Grotesk SemiBold"/>
              </a:defRPr>
            </a:lvl9pPr>
          </a:lstStyle>
          <a:p>
            <a:endParaRPr/>
          </a:p>
        </p:txBody>
      </p:sp>
      <p:sp>
        <p:nvSpPr>
          <p:cNvPr id="540" name="Google Shape;540;p58"/>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541" name="Google Shape;541;p58"/>
          <p:cNvSpPr>
            <a:spLocks noGrp="1"/>
          </p:cNvSpPr>
          <p:nvPr>
            <p:ph type="pic" idx="24"/>
          </p:nvPr>
        </p:nvSpPr>
        <p:spPr>
          <a:xfrm>
            <a:off x="229025" y="3718641"/>
            <a:ext cx="1580400" cy="1249200"/>
          </a:xfrm>
          <a:prstGeom prst="roundRect">
            <a:avLst>
              <a:gd name="adj" fmla="val 10359"/>
            </a:avLst>
          </a:prstGeom>
          <a:noFill/>
          <a:ln>
            <a:noFill/>
          </a:ln>
        </p:spPr>
        <p:txBody>
          <a:bodyPr/>
          <a:lstStyle/>
          <a:p>
            <a:endParaRPr lang="en-CA"/>
          </a:p>
        </p:txBody>
      </p:sp>
      <p:sp>
        <p:nvSpPr>
          <p:cNvPr id="542" name="Google Shape;542;p58"/>
          <p:cNvSpPr>
            <a:spLocks noGrp="1"/>
          </p:cNvSpPr>
          <p:nvPr>
            <p:ph type="pic" idx="25"/>
          </p:nvPr>
        </p:nvSpPr>
        <p:spPr>
          <a:xfrm>
            <a:off x="2005675" y="3718641"/>
            <a:ext cx="1580400" cy="1249200"/>
          </a:xfrm>
          <a:prstGeom prst="roundRect">
            <a:avLst>
              <a:gd name="adj" fmla="val 10359"/>
            </a:avLst>
          </a:prstGeom>
          <a:noFill/>
          <a:ln>
            <a:noFill/>
          </a:ln>
        </p:spPr>
        <p:txBody>
          <a:bodyPr/>
          <a:lstStyle/>
          <a:p>
            <a:endParaRPr lang="en-CA"/>
          </a:p>
        </p:txBody>
      </p:sp>
      <p:sp>
        <p:nvSpPr>
          <p:cNvPr id="543" name="Google Shape;543;p58"/>
          <p:cNvSpPr>
            <a:spLocks noGrp="1"/>
          </p:cNvSpPr>
          <p:nvPr>
            <p:ph type="pic" idx="26"/>
          </p:nvPr>
        </p:nvSpPr>
        <p:spPr>
          <a:xfrm>
            <a:off x="3784263" y="3718641"/>
            <a:ext cx="1580400" cy="1249200"/>
          </a:xfrm>
          <a:prstGeom prst="roundRect">
            <a:avLst>
              <a:gd name="adj" fmla="val 10359"/>
            </a:avLst>
          </a:prstGeom>
          <a:noFill/>
          <a:ln>
            <a:noFill/>
          </a:ln>
        </p:spPr>
        <p:txBody>
          <a:bodyPr/>
          <a:lstStyle/>
          <a:p>
            <a:endParaRPr lang="en-CA"/>
          </a:p>
        </p:txBody>
      </p:sp>
      <p:sp>
        <p:nvSpPr>
          <p:cNvPr id="544" name="Google Shape;544;p58"/>
          <p:cNvSpPr>
            <a:spLocks noGrp="1"/>
          </p:cNvSpPr>
          <p:nvPr>
            <p:ph type="pic" idx="27"/>
          </p:nvPr>
        </p:nvSpPr>
        <p:spPr>
          <a:xfrm>
            <a:off x="5560913" y="3718641"/>
            <a:ext cx="1580400" cy="1249200"/>
          </a:xfrm>
          <a:prstGeom prst="roundRect">
            <a:avLst>
              <a:gd name="adj" fmla="val 10359"/>
            </a:avLst>
          </a:prstGeom>
          <a:noFill/>
          <a:ln>
            <a:noFill/>
          </a:ln>
        </p:spPr>
        <p:txBody>
          <a:bodyPr/>
          <a:lstStyle/>
          <a:p>
            <a:endParaRPr lang="en-CA"/>
          </a:p>
        </p:txBody>
      </p:sp>
      <p:sp>
        <p:nvSpPr>
          <p:cNvPr id="545" name="Google Shape;545;p58"/>
          <p:cNvSpPr>
            <a:spLocks noGrp="1"/>
          </p:cNvSpPr>
          <p:nvPr>
            <p:ph type="pic" idx="28"/>
          </p:nvPr>
        </p:nvSpPr>
        <p:spPr>
          <a:xfrm>
            <a:off x="7337563" y="3718641"/>
            <a:ext cx="1580400" cy="1249200"/>
          </a:xfrm>
          <a:prstGeom prst="roundRect">
            <a:avLst>
              <a:gd name="adj" fmla="val 10359"/>
            </a:avLst>
          </a:prstGeom>
          <a:noFill/>
          <a:ln>
            <a:noFill/>
          </a:ln>
        </p:spPr>
        <p:txBody>
          <a:bodyPr/>
          <a:lstStyle/>
          <a:p>
            <a:endParaRPr lang="en-CA"/>
          </a:p>
        </p:txBody>
      </p:sp>
      <p:sp>
        <p:nvSpPr>
          <p:cNvPr id="546" name="Google Shape;546;p58"/>
          <p:cNvSpPr txBox="1">
            <a:spLocks noGrp="1"/>
          </p:cNvSpPr>
          <p:nvPr>
            <p:ph type="body" idx="29"/>
          </p:nvPr>
        </p:nvSpPr>
        <p:spPr>
          <a:xfrm>
            <a:off x="7337076" y="2943275"/>
            <a:ext cx="1580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47" name="Google Shape;547;p58"/>
          <p:cNvSpPr txBox="1">
            <a:spLocks noGrp="1"/>
          </p:cNvSpPr>
          <p:nvPr>
            <p:ph type="body" idx="30"/>
          </p:nvPr>
        </p:nvSpPr>
        <p:spPr>
          <a:xfrm>
            <a:off x="5559688" y="2943275"/>
            <a:ext cx="1580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48" name="Google Shape;548;p58"/>
          <p:cNvSpPr txBox="1">
            <a:spLocks noGrp="1"/>
          </p:cNvSpPr>
          <p:nvPr>
            <p:ph type="body" idx="31"/>
          </p:nvPr>
        </p:nvSpPr>
        <p:spPr>
          <a:xfrm>
            <a:off x="3782188" y="2943275"/>
            <a:ext cx="1580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49" name="Google Shape;549;p58"/>
          <p:cNvSpPr txBox="1">
            <a:spLocks noGrp="1"/>
          </p:cNvSpPr>
          <p:nvPr>
            <p:ph type="body" idx="32"/>
          </p:nvPr>
        </p:nvSpPr>
        <p:spPr>
          <a:xfrm>
            <a:off x="2005163" y="2943275"/>
            <a:ext cx="1580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50" name="Google Shape;550;p58"/>
          <p:cNvSpPr txBox="1">
            <a:spLocks noGrp="1"/>
          </p:cNvSpPr>
          <p:nvPr>
            <p:ph type="body" idx="33"/>
          </p:nvPr>
        </p:nvSpPr>
        <p:spPr>
          <a:xfrm>
            <a:off x="226738" y="2943275"/>
            <a:ext cx="1580400" cy="651600"/>
          </a:xfrm>
          <a:prstGeom prst="rect">
            <a:avLst/>
          </a:prstGeom>
        </p:spPr>
        <p:txBody>
          <a:bodyPr spcFirstLastPara="1" wrap="square" lIns="0" tIns="0" rIns="0" bIns="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51" name="Google Shape;551;p58"/>
          <p:cNvSpPr txBox="1">
            <a:spLocks noGrp="1"/>
          </p:cNvSpPr>
          <p:nvPr>
            <p:ph type="body" idx="34"/>
          </p:nvPr>
        </p:nvSpPr>
        <p:spPr>
          <a:xfrm>
            <a:off x="7339448" y="1511381"/>
            <a:ext cx="1580400" cy="971100"/>
          </a:xfrm>
          <a:prstGeom prst="rect">
            <a:avLst/>
          </a:prstGeom>
        </p:spPr>
        <p:txBody>
          <a:bodyPr spcFirstLastPara="1" wrap="square" lIns="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52" name="Google Shape;552;p58"/>
          <p:cNvSpPr txBox="1">
            <a:spLocks noGrp="1"/>
          </p:cNvSpPr>
          <p:nvPr>
            <p:ph type="body" idx="35"/>
          </p:nvPr>
        </p:nvSpPr>
        <p:spPr>
          <a:xfrm>
            <a:off x="5562058" y="1511381"/>
            <a:ext cx="1580400" cy="971100"/>
          </a:xfrm>
          <a:prstGeom prst="rect">
            <a:avLst/>
          </a:prstGeom>
        </p:spPr>
        <p:txBody>
          <a:bodyPr spcFirstLastPara="1" wrap="square" lIns="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53" name="Google Shape;553;p58"/>
          <p:cNvSpPr txBox="1">
            <a:spLocks noGrp="1"/>
          </p:cNvSpPr>
          <p:nvPr>
            <p:ph type="body" idx="36"/>
          </p:nvPr>
        </p:nvSpPr>
        <p:spPr>
          <a:xfrm>
            <a:off x="3784555" y="1511381"/>
            <a:ext cx="1580400" cy="971100"/>
          </a:xfrm>
          <a:prstGeom prst="rect">
            <a:avLst/>
          </a:prstGeom>
        </p:spPr>
        <p:txBody>
          <a:bodyPr spcFirstLastPara="1" wrap="square" lIns="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54" name="Google Shape;554;p58"/>
          <p:cNvSpPr txBox="1">
            <a:spLocks noGrp="1"/>
          </p:cNvSpPr>
          <p:nvPr>
            <p:ph type="body" idx="37"/>
          </p:nvPr>
        </p:nvSpPr>
        <p:spPr>
          <a:xfrm>
            <a:off x="2007528" y="1511381"/>
            <a:ext cx="1580400" cy="971100"/>
          </a:xfrm>
          <a:prstGeom prst="rect">
            <a:avLst/>
          </a:prstGeom>
        </p:spPr>
        <p:txBody>
          <a:bodyPr spcFirstLastPara="1" wrap="square" lIns="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55" name="Google Shape;555;p58"/>
          <p:cNvSpPr txBox="1">
            <a:spLocks noGrp="1"/>
          </p:cNvSpPr>
          <p:nvPr>
            <p:ph type="body" idx="38"/>
          </p:nvPr>
        </p:nvSpPr>
        <p:spPr>
          <a:xfrm>
            <a:off x="229100" y="1511381"/>
            <a:ext cx="1580400" cy="971100"/>
          </a:xfrm>
          <a:prstGeom prst="rect">
            <a:avLst/>
          </a:prstGeom>
        </p:spPr>
        <p:txBody>
          <a:bodyPr spcFirstLastPara="1" wrap="square" lIns="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able and folder background">
  <p:cSld name="CUSTOM_1_1_1">
    <p:spTree>
      <p:nvGrpSpPr>
        <p:cNvPr id="1" name="Shape 556"/>
        <p:cNvGrpSpPr/>
        <p:nvPr/>
      </p:nvGrpSpPr>
      <p:grpSpPr>
        <a:xfrm>
          <a:off x="0" y="0"/>
          <a:ext cx="0" cy="0"/>
          <a:chOff x="0" y="0"/>
          <a:chExt cx="0" cy="0"/>
        </a:xfrm>
      </p:grpSpPr>
      <p:sp>
        <p:nvSpPr>
          <p:cNvPr id="557" name="Google Shape;557;p59"/>
          <p:cNvSpPr/>
          <p:nvPr/>
        </p:nvSpPr>
        <p:spPr>
          <a:xfrm>
            <a:off x="-2450" y="486600"/>
            <a:ext cx="9144000" cy="4656900"/>
          </a:xfrm>
          <a:prstGeom prst="roundRect">
            <a:avLst>
              <a:gd name="adj" fmla="val 0"/>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558" name="Google Shape;558;p59"/>
          <p:cNvSpPr txBox="1">
            <a:spLocks noGrp="1"/>
          </p:cNvSpPr>
          <p:nvPr>
            <p:ph type="title"/>
          </p:nvPr>
        </p:nvSpPr>
        <p:spPr>
          <a:xfrm>
            <a:off x="4228867" y="131799"/>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559" name="Google Shape;559;p59"/>
          <p:cNvSpPr txBox="1">
            <a:spLocks noGrp="1"/>
          </p:cNvSpPr>
          <p:nvPr>
            <p:ph type="title" idx="2"/>
          </p:nvPr>
        </p:nvSpPr>
        <p:spPr>
          <a:xfrm>
            <a:off x="5723951" y="131799"/>
            <a:ext cx="14403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560" name="Google Shape;560;p59"/>
          <p:cNvSpPr txBox="1">
            <a:spLocks noGrp="1"/>
          </p:cNvSpPr>
          <p:nvPr>
            <p:ph type="title" idx="3"/>
          </p:nvPr>
        </p:nvSpPr>
        <p:spPr>
          <a:xfrm>
            <a:off x="1314610" y="131799"/>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561" name="Google Shape;561;p59"/>
          <p:cNvSpPr txBox="1">
            <a:spLocks noGrp="1"/>
          </p:cNvSpPr>
          <p:nvPr>
            <p:ph type="title" idx="4"/>
          </p:nvPr>
        </p:nvSpPr>
        <p:spPr>
          <a:xfrm>
            <a:off x="2777959" y="131799"/>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562" name="Google Shape;562;p59"/>
          <p:cNvSpPr txBox="1">
            <a:spLocks noGrp="1"/>
          </p:cNvSpPr>
          <p:nvPr>
            <p:ph type="title" idx="5"/>
          </p:nvPr>
        </p:nvSpPr>
        <p:spPr>
          <a:xfrm>
            <a:off x="596525" y="753313"/>
            <a:ext cx="7062000" cy="615900"/>
          </a:xfrm>
          <a:prstGeom prst="rect">
            <a:avLst/>
          </a:prstGeom>
        </p:spPr>
        <p:txBody>
          <a:bodyPr spcFirstLastPara="1" wrap="square" lIns="91425" tIns="0" rIns="91425" bIns="91425" anchor="t" anchorCtr="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563" name="Google Shape;563;p59"/>
          <p:cNvSpPr txBox="1">
            <a:spLocks noGrp="1"/>
          </p:cNvSpPr>
          <p:nvPr>
            <p:ph type="subTitle" idx="1"/>
          </p:nvPr>
        </p:nvSpPr>
        <p:spPr>
          <a:xfrm>
            <a:off x="1950863" y="1724125"/>
            <a:ext cx="1771200" cy="396000"/>
          </a:xfrm>
          <a:prstGeom prst="rect">
            <a:avLst/>
          </a:prstGeom>
        </p:spPr>
        <p:txBody>
          <a:bodyPr spcFirstLastPara="1" wrap="square" lIns="180000" tIns="90000" rIns="0" bIns="90000" anchor="t" anchorCtr="0">
            <a:normAutofit/>
          </a:bodyPr>
          <a:lstStyle>
            <a:lvl1pPr lvl="0">
              <a:spcBef>
                <a:spcPts val="0"/>
              </a:spcBef>
              <a:spcAft>
                <a:spcPts val="0"/>
              </a:spcAft>
              <a:buClr>
                <a:schemeClr val="dk1"/>
              </a:buClr>
              <a:buSzPts val="1400"/>
              <a:buFont typeface="Hanken Grotesk"/>
              <a:buNone/>
              <a:defRPr sz="1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4" name="Google Shape;564;p59"/>
          <p:cNvSpPr txBox="1">
            <a:spLocks noGrp="1"/>
          </p:cNvSpPr>
          <p:nvPr>
            <p:ph type="subTitle" idx="6"/>
          </p:nvPr>
        </p:nvSpPr>
        <p:spPr>
          <a:xfrm>
            <a:off x="3726825" y="1724125"/>
            <a:ext cx="1771200" cy="396000"/>
          </a:xfrm>
          <a:prstGeom prst="rect">
            <a:avLst/>
          </a:prstGeom>
        </p:spPr>
        <p:txBody>
          <a:bodyPr spcFirstLastPara="1" wrap="square" lIns="180000" tIns="90000" rIns="0" bIns="90000" anchor="t" anchorCtr="0">
            <a:normAutofit/>
          </a:bodyPr>
          <a:lstStyle>
            <a:lvl1pPr lvl="0">
              <a:spcBef>
                <a:spcPts val="0"/>
              </a:spcBef>
              <a:spcAft>
                <a:spcPts val="0"/>
              </a:spcAft>
              <a:buClr>
                <a:schemeClr val="dk1"/>
              </a:buClr>
              <a:buSzPts val="1400"/>
              <a:buFont typeface="Hanken Grotesk"/>
              <a:buNone/>
              <a:defRPr sz="1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5" name="Google Shape;565;p59"/>
          <p:cNvSpPr txBox="1">
            <a:spLocks noGrp="1"/>
          </p:cNvSpPr>
          <p:nvPr>
            <p:ph type="subTitle" idx="7"/>
          </p:nvPr>
        </p:nvSpPr>
        <p:spPr>
          <a:xfrm>
            <a:off x="5503900" y="1724125"/>
            <a:ext cx="1771200" cy="396000"/>
          </a:xfrm>
          <a:prstGeom prst="rect">
            <a:avLst/>
          </a:prstGeom>
        </p:spPr>
        <p:txBody>
          <a:bodyPr spcFirstLastPara="1" wrap="square" lIns="180000" tIns="90000" rIns="0" bIns="90000" anchor="t" anchorCtr="0">
            <a:normAutofit/>
          </a:bodyPr>
          <a:lstStyle>
            <a:lvl1pPr lvl="0">
              <a:spcBef>
                <a:spcPts val="0"/>
              </a:spcBef>
              <a:spcAft>
                <a:spcPts val="0"/>
              </a:spcAft>
              <a:buClr>
                <a:schemeClr val="dk1"/>
              </a:buClr>
              <a:buSzPts val="1400"/>
              <a:buFont typeface="Hanken Grotesk"/>
              <a:buNone/>
              <a:defRPr sz="1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6" name="Google Shape;566;p59"/>
          <p:cNvSpPr txBox="1">
            <a:spLocks noGrp="1"/>
          </p:cNvSpPr>
          <p:nvPr>
            <p:ph type="subTitle" idx="8"/>
          </p:nvPr>
        </p:nvSpPr>
        <p:spPr>
          <a:xfrm>
            <a:off x="7282625" y="1724120"/>
            <a:ext cx="1771200" cy="396000"/>
          </a:xfrm>
          <a:prstGeom prst="rect">
            <a:avLst/>
          </a:prstGeom>
        </p:spPr>
        <p:txBody>
          <a:bodyPr spcFirstLastPara="1" wrap="square" lIns="180000" tIns="90000" rIns="0" bIns="90000" anchor="t" anchorCtr="0">
            <a:normAutofit/>
          </a:bodyPr>
          <a:lstStyle>
            <a:lvl1pPr lvl="0">
              <a:spcBef>
                <a:spcPts val="0"/>
              </a:spcBef>
              <a:spcAft>
                <a:spcPts val="0"/>
              </a:spcAft>
              <a:buClr>
                <a:schemeClr val="dk1"/>
              </a:buClr>
              <a:buSzPts val="1400"/>
              <a:buFont typeface="Hanken Grotesk"/>
              <a:buNone/>
              <a:defRPr sz="1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7" name="Google Shape;567;p59"/>
          <p:cNvSpPr txBox="1">
            <a:spLocks noGrp="1"/>
          </p:cNvSpPr>
          <p:nvPr>
            <p:ph type="subTitle" idx="9"/>
          </p:nvPr>
        </p:nvSpPr>
        <p:spPr>
          <a:xfrm>
            <a:off x="337750" y="4207225"/>
            <a:ext cx="1339200" cy="154800"/>
          </a:xfrm>
          <a:prstGeom prst="rect">
            <a:avLst/>
          </a:prstGeom>
        </p:spPr>
        <p:txBody>
          <a:bodyPr spcFirstLastPara="1" wrap="square" lIns="0" tIns="0" rIns="0" bIns="0" anchor="t" anchorCtr="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a:endParaRPr/>
          </a:p>
        </p:txBody>
      </p:sp>
      <p:sp>
        <p:nvSpPr>
          <p:cNvPr id="568" name="Google Shape;568;p59"/>
          <p:cNvSpPr txBox="1">
            <a:spLocks noGrp="1"/>
          </p:cNvSpPr>
          <p:nvPr>
            <p:ph type="subTitle" idx="13"/>
          </p:nvPr>
        </p:nvSpPr>
        <p:spPr>
          <a:xfrm>
            <a:off x="337750" y="3737375"/>
            <a:ext cx="1339200" cy="154800"/>
          </a:xfrm>
          <a:prstGeom prst="rect">
            <a:avLst/>
          </a:prstGeom>
        </p:spPr>
        <p:txBody>
          <a:bodyPr spcFirstLastPara="1" wrap="square" lIns="0" tIns="0" rIns="0" bIns="0" anchor="t" anchorCtr="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a:endParaRPr/>
          </a:p>
        </p:txBody>
      </p:sp>
      <p:sp>
        <p:nvSpPr>
          <p:cNvPr id="569" name="Google Shape;569;p59"/>
          <p:cNvSpPr txBox="1">
            <a:spLocks noGrp="1"/>
          </p:cNvSpPr>
          <p:nvPr>
            <p:ph type="subTitle" idx="14"/>
          </p:nvPr>
        </p:nvSpPr>
        <p:spPr>
          <a:xfrm>
            <a:off x="337750" y="3247775"/>
            <a:ext cx="1339200" cy="154800"/>
          </a:xfrm>
          <a:prstGeom prst="rect">
            <a:avLst/>
          </a:prstGeom>
        </p:spPr>
        <p:txBody>
          <a:bodyPr spcFirstLastPara="1" wrap="square" lIns="0" tIns="0" rIns="0" bIns="0" anchor="t" anchorCtr="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a:endParaRPr/>
          </a:p>
        </p:txBody>
      </p:sp>
      <p:sp>
        <p:nvSpPr>
          <p:cNvPr id="570" name="Google Shape;570;p59"/>
          <p:cNvSpPr txBox="1">
            <a:spLocks noGrp="1"/>
          </p:cNvSpPr>
          <p:nvPr>
            <p:ph type="subTitle" idx="15"/>
          </p:nvPr>
        </p:nvSpPr>
        <p:spPr>
          <a:xfrm>
            <a:off x="337750" y="2758175"/>
            <a:ext cx="1339200" cy="154800"/>
          </a:xfrm>
          <a:prstGeom prst="rect">
            <a:avLst/>
          </a:prstGeom>
        </p:spPr>
        <p:txBody>
          <a:bodyPr spcFirstLastPara="1" wrap="square" lIns="0" tIns="0" rIns="0" bIns="0" anchor="t" anchorCtr="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a:endParaRPr/>
          </a:p>
        </p:txBody>
      </p:sp>
      <p:sp>
        <p:nvSpPr>
          <p:cNvPr id="571" name="Google Shape;571;p59"/>
          <p:cNvSpPr txBox="1">
            <a:spLocks noGrp="1"/>
          </p:cNvSpPr>
          <p:nvPr>
            <p:ph type="subTitle" idx="16"/>
          </p:nvPr>
        </p:nvSpPr>
        <p:spPr>
          <a:xfrm>
            <a:off x="337750" y="2268575"/>
            <a:ext cx="1339200" cy="154800"/>
          </a:xfrm>
          <a:prstGeom prst="rect">
            <a:avLst/>
          </a:prstGeom>
        </p:spPr>
        <p:txBody>
          <a:bodyPr spcFirstLastPara="1" wrap="square" lIns="0" tIns="0" rIns="0" bIns="0" anchor="t" anchorCtr="0">
            <a:normAutofit/>
          </a:bodyPr>
          <a:lstStyle>
            <a:lvl1pPr lvl="0" algn="ctr">
              <a:spcBef>
                <a:spcPts val="0"/>
              </a:spcBef>
              <a:spcAft>
                <a:spcPts val="0"/>
              </a:spcAft>
              <a:buClr>
                <a:schemeClr val="dk1"/>
              </a:buClr>
              <a:buSzPts val="1000"/>
              <a:buFont typeface="Hanken Grotesk"/>
              <a:buNone/>
              <a:defRPr/>
            </a:lvl1pPr>
            <a:lvl2pPr lvl="1" algn="ctr">
              <a:spcBef>
                <a:spcPts val="0"/>
              </a:spcBef>
              <a:spcAft>
                <a:spcPts val="0"/>
              </a:spcAft>
              <a:buSzPts val="1000"/>
              <a:buFont typeface="Hanken Grotesk"/>
              <a:buNone/>
              <a:defRPr/>
            </a:lvl2pPr>
            <a:lvl3pPr lvl="2" algn="ctr">
              <a:spcBef>
                <a:spcPts val="0"/>
              </a:spcBef>
              <a:spcAft>
                <a:spcPts val="0"/>
              </a:spcAft>
              <a:buSzPts val="1000"/>
              <a:buFont typeface="Hanken Grotesk"/>
              <a:buNone/>
              <a:defRPr/>
            </a:lvl3pPr>
            <a:lvl4pPr lvl="3" algn="ctr">
              <a:spcBef>
                <a:spcPts val="0"/>
              </a:spcBef>
              <a:spcAft>
                <a:spcPts val="0"/>
              </a:spcAft>
              <a:buSzPts val="1000"/>
              <a:buFont typeface="Hanken Grotesk"/>
              <a:buNone/>
              <a:defRPr/>
            </a:lvl4pPr>
            <a:lvl5pPr lvl="4" algn="ctr">
              <a:spcBef>
                <a:spcPts val="0"/>
              </a:spcBef>
              <a:spcAft>
                <a:spcPts val="0"/>
              </a:spcAft>
              <a:buSzPts val="1000"/>
              <a:buFont typeface="Hanken Grotesk"/>
              <a:buNone/>
              <a:defRPr/>
            </a:lvl5pPr>
            <a:lvl6pPr lvl="5" algn="ctr">
              <a:spcBef>
                <a:spcPts val="0"/>
              </a:spcBef>
              <a:spcAft>
                <a:spcPts val="0"/>
              </a:spcAft>
              <a:buSzPts val="1000"/>
              <a:buFont typeface="Hanken Grotesk"/>
              <a:buNone/>
              <a:defRPr/>
            </a:lvl6pPr>
            <a:lvl7pPr lvl="6" algn="ctr">
              <a:spcBef>
                <a:spcPts val="0"/>
              </a:spcBef>
              <a:spcAft>
                <a:spcPts val="0"/>
              </a:spcAft>
              <a:buSzPts val="1000"/>
              <a:buFont typeface="Hanken Grotesk"/>
              <a:buNone/>
              <a:defRPr/>
            </a:lvl7pPr>
            <a:lvl8pPr lvl="7" algn="ctr">
              <a:spcBef>
                <a:spcPts val="0"/>
              </a:spcBef>
              <a:spcAft>
                <a:spcPts val="0"/>
              </a:spcAft>
              <a:buSzPts val="1000"/>
              <a:buFont typeface="Hanken Grotesk"/>
              <a:buNone/>
              <a:defRPr/>
            </a:lvl8pPr>
            <a:lvl9pPr lvl="8" algn="ctr">
              <a:spcBef>
                <a:spcPts val="0"/>
              </a:spcBef>
              <a:spcAft>
                <a:spcPts val="0"/>
              </a:spcAft>
              <a:buSzPts val="1000"/>
              <a:buFont typeface="Hanken Grotesk"/>
              <a:buNone/>
              <a:defRPr/>
            </a:lvl9pPr>
          </a:lstStyle>
          <a:p>
            <a:endParaRPr/>
          </a:p>
        </p:txBody>
      </p:sp>
      <p:sp>
        <p:nvSpPr>
          <p:cNvPr id="572" name="Google Shape;572;p59"/>
          <p:cNvSpPr txBox="1">
            <a:spLocks noGrp="1"/>
          </p:cNvSpPr>
          <p:nvPr>
            <p:ph type="body" idx="17"/>
          </p:nvPr>
        </p:nvSpPr>
        <p:spPr>
          <a:xfrm>
            <a:off x="7279013" y="42072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73" name="Google Shape;573;p59"/>
          <p:cNvSpPr txBox="1">
            <a:spLocks noGrp="1"/>
          </p:cNvSpPr>
          <p:nvPr>
            <p:ph type="body" idx="18"/>
          </p:nvPr>
        </p:nvSpPr>
        <p:spPr>
          <a:xfrm>
            <a:off x="7279013" y="373647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74" name="Google Shape;574;p59"/>
          <p:cNvSpPr txBox="1">
            <a:spLocks noGrp="1"/>
          </p:cNvSpPr>
          <p:nvPr>
            <p:ph type="body" idx="19"/>
          </p:nvPr>
        </p:nvSpPr>
        <p:spPr>
          <a:xfrm>
            <a:off x="7279013" y="32473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75" name="Google Shape;575;p59"/>
          <p:cNvSpPr txBox="1">
            <a:spLocks noGrp="1"/>
          </p:cNvSpPr>
          <p:nvPr>
            <p:ph type="body" idx="20"/>
          </p:nvPr>
        </p:nvSpPr>
        <p:spPr>
          <a:xfrm>
            <a:off x="7279013" y="27580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76" name="Google Shape;576;p59"/>
          <p:cNvSpPr txBox="1">
            <a:spLocks noGrp="1"/>
          </p:cNvSpPr>
          <p:nvPr>
            <p:ph type="body" idx="21"/>
          </p:nvPr>
        </p:nvSpPr>
        <p:spPr>
          <a:xfrm>
            <a:off x="7279013" y="22687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77" name="Google Shape;577;p59"/>
          <p:cNvSpPr txBox="1">
            <a:spLocks noGrp="1"/>
          </p:cNvSpPr>
          <p:nvPr>
            <p:ph type="body" idx="22"/>
          </p:nvPr>
        </p:nvSpPr>
        <p:spPr>
          <a:xfrm>
            <a:off x="5503913" y="42072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78" name="Google Shape;578;p59"/>
          <p:cNvSpPr txBox="1">
            <a:spLocks noGrp="1"/>
          </p:cNvSpPr>
          <p:nvPr>
            <p:ph type="body" idx="23"/>
          </p:nvPr>
        </p:nvSpPr>
        <p:spPr>
          <a:xfrm>
            <a:off x="5503913" y="373647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79" name="Google Shape;579;p59"/>
          <p:cNvSpPr txBox="1">
            <a:spLocks noGrp="1"/>
          </p:cNvSpPr>
          <p:nvPr>
            <p:ph type="body" idx="24"/>
          </p:nvPr>
        </p:nvSpPr>
        <p:spPr>
          <a:xfrm>
            <a:off x="5503913" y="32473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0" name="Google Shape;580;p59"/>
          <p:cNvSpPr txBox="1">
            <a:spLocks noGrp="1"/>
          </p:cNvSpPr>
          <p:nvPr>
            <p:ph type="body" idx="25"/>
          </p:nvPr>
        </p:nvSpPr>
        <p:spPr>
          <a:xfrm>
            <a:off x="5503913" y="27580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1" name="Google Shape;581;p59"/>
          <p:cNvSpPr txBox="1">
            <a:spLocks noGrp="1"/>
          </p:cNvSpPr>
          <p:nvPr>
            <p:ph type="body" idx="26"/>
          </p:nvPr>
        </p:nvSpPr>
        <p:spPr>
          <a:xfrm>
            <a:off x="5503913" y="22687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2" name="Google Shape;582;p59"/>
          <p:cNvSpPr txBox="1">
            <a:spLocks noGrp="1"/>
          </p:cNvSpPr>
          <p:nvPr>
            <p:ph type="body" idx="27"/>
          </p:nvPr>
        </p:nvSpPr>
        <p:spPr>
          <a:xfrm>
            <a:off x="3722638" y="42072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3" name="Google Shape;583;p59"/>
          <p:cNvSpPr txBox="1">
            <a:spLocks noGrp="1"/>
          </p:cNvSpPr>
          <p:nvPr>
            <p:ph type="body" idx="28"/>
          </p:nvPr>
        </p:nvSpPr>
        <p:spPr>
          <a:xfrm>
            <a:off x="3722638" y="373647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4" name="Google Shape;584;p59"/>
          <p:cNvSpPr txBox="1">
            <a:spLocks noGrp="1"/>
          </p:cNvSpPr>
          <p:nvPr>
            <p:ph type="body" idx="29"/>
          </p:nvPr>
        </p:nvSpPr>
        <p:spPr>
          <a:xfrm>
            <a:off x="3722638" y="32473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5" name="Google Shape;585;p59"/>
          <p:cNvSpPr txBox="1">
            <a:spLocks noGrp="1"/>
          </p:cNvSpPr>
          <p:nvPr>
            <p:ph type="body" idx="30"/>
          </p:nvPr>
        </p:nvSpPr>
        <p:spPr>
          <a:xfrm>
            <a:off x="3722638" y="27580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6" name="Google Shape;586;p59"/>
          <p:cNvSpPr txBox="1">
            <a:spLocks noGrp="1"/>
          </p:cNvSpPr>
          <p:nvPr>
            <p:ph type="body" idx="31"/>
          </p:nvPr>
        </p:nvSpPr>
        <p:spPr>
          <a:xfrm>
            <a:off x="3722638" y="22687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7" name="Google Shape;587;p59"/>
          <p:cNvSpPr txBox="1">
            <a:spLocks noGrp="1"/>
          </p:cNvSpPr>
          <p:nvPr>
            <p:ph type="body" idx="32"/>
          </p:nvPr>
        </p:nvSpPr>
        <p:spPr>
          <a:xfrm>
            <a:off x="1941375" y="42072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8" name="Google Shape;588;p59"/>
          <p:cNvSpPr txBox="1">
            <a:spLocks noGrp="1"/>
          </p:cNvSpPr>
          <p:nvPr>
            <p:ph type="body" idx="33"/>
          </p:nvPr>
        </p:nvSpPr>
        <p:spPr>
          <a:xfrm>
            <a:off x="1941375" y="373647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89" name="Google Shape;589;p59"/>
          <p:cNvSpPr txBox="1">
            <a:spLocks noGrp="1"/>
          </p:cNvSpPr>
          <p:nvPr>
            <p:ph type="body" idx="34"/>
          </p:nvPr>
        </p:nvSpPr>
        <p:spPr>
          <a:xfrm>
            <a:off x="1941375" y="32473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90" name="Google Shape;590;p59"/>
          <p:cNvSpPr txBox="1">
            <a:spLocks noGrp="1"/>
          </p:cNvSpPr>
          <p:nvPr>
            <p:ph type="body" idx="35"/>
          </p:nvPr>
        </p:nvSpPr>
        <p:spPr>
          <a:xfrm>
            <a:off x="1941375" y="27580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91" name="Google Shape;591;p59"/>
          <p:cNvSpPr txBox="1">
            <a:spLocks noGrp="1"/>
          </p:cNvSpPr>
          <p:nvPr>
            <p:ph type="body" idx="36"/>
          </p:nvPr>
        </p:nvSpPr>
        <p:spPr>
          <a:xfrm>
            <a:off x="1941375" y="22687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able and folder background 2">
  <p:cSld name="CUSTOM_1_1_1_3">
    <p:spTree>
      <p:nvGrpSpPr>
        <p:cNvPr id="1" name="Shape 592"/>
        <p:cNvGrpSpPr/>
        <p:nvPr/>
      </p:nvGrpSpPr>
      <p:grpSpPr>
        <a:xfrm>
          <a:off x="0" y="0"/>
          <a:ext cx="0" cy="0"/>
          <a:chOff x="0" y="0"/>
          <a:chExt cx="0" cy="0"/>
        </a:xfrm>
      </p:grpSpPr>
      <p:sp>
        <p:nvSpPr>
          <p:cNvPr id="593" name="Google Shape;593;p60"/>
          <p:cNvSpPr/>
          <p:nvPr/>
        </p:nvSpPr>
        <p:spPr>
          <a:xfrm>
            <a:off x="-2450" y="486600"/>
            <a:ext cx="9144000" cy="4656900"/>
          </a:xfrm>
          <a:prstGeom prst="roundRect">
            <a:avLst>
              <a:gd name="adj" fmla="val 0"/>
            </a:avLst>
          </a:prstGeom>
          <a:solidFill>
            <a:schemeClr val="accent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594" name="Google Shape;594;p60"/>
          <p:cNvSpPr txBox="1">
            <a:spLocks noGrp="1"/>
          </p:cNvSpPr>
          <p:nvPr>
            <p:ph type="title"/>
          </p:nvPr>
        </p:nvSpPr>
        <p:spPr>
          <a:xfrm>
            <a:off x="4228867" y="131799"/>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595" name="Google Shape;595;p60"/>
          <p:cNvSpPr txBox="1">
            <a:spLocks noGrp="1"/>
          </p:cNvSpPr>
          <p:nvPr>
            <p:ph type="title" idx="2"/>
          </p:nvPr>
        </p:nvSpPr>
        <p:spPr>
          <a:xfrm>
            <a:off x="5723951" y="131799"/>
            <a:ext cx="14403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596" name="Google Shape;596;p60"/>
          <p:cNvSpPr txBox="1">
            <a:spLocks noGrp="1"/>
          </p:cNvSpPr>
          <p:nvPr>
            <p:ph type="title" idx="3"/>
          </p:nvPr>
        </p:nvSpPr>
        <p:spPr>
          <a:xfrm>
            <a:off x="1314610" y="131799"/>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597" name="Google Shape;597;p60"/>
          <p:cNvSpPr txBox="1">
            <a:spLocks noGrp="1"/>
          </p:cNvSpPr>
          <p:nvPr>
            <p:ph type="title" idx="4"/>
          </p:nvPr>
        </p:nvSpPr>
        <p:spPr>
          <a:xfrm>
            <a:off x="2777959" y="131799"/>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598" name="Google Shape;598;p60"/>
          <p:cNvSpPr txBox="1">
            <a:spLocks noGrp="1"/>
          </p:cNvSpPr>
          <p:nvPr>
            <p:ph type="body" idx="1"/>
          </p:nvPr>
        </p:nvSpPr>
        <p:spPr>
          <a:xfrm>
            <a:off x="7279013" y="42072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599" name="Google Shape;599;p60"/>
          <p:cNvSpPr txBox="1">
            <a:spLocks noGrp="1"/>
          </p:cNvSpPr>
          <p:nvPr>
            <p:ph type="body" idx="5"/>
          </p:nvPr>
        </p:nvSpPr>
        <p:spPr>
          <a:xfrm>
            <a:off x="7279013" y="373647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0" name="Google Shape;600;p60"/>
          <p:cNvSpPr txBox="1">
            <a:spLocks noGrp="1"/>
          </p:cNvSpPr>
          <p:nvPr>
            <p:ph type="body" idx="6"/>
          </p:nvPr>
        </p:nvSpPr>
        <p:spPr>
          <a:xfrm>
            <a:off x="7279013" y="32473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1" name="Google Shape;601;p60"/>
          <p:cNvSpPr txBox="1">
            <a:spLocks noGrp="1"/>
          </p:cNvSpPr>
          <p:nvPr>
            <p:ph type="body" idx="7"/>
          </p:nvPr>
        </p:nvSpPr>
        <p:spPr>
          <a:xfrm>
            <a:off x="7279013" y="27580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2" name="Google Shape;602;p60"/>
          <p:cNvSpPr txBox="1">
            <a:spLocks noGrp="1"/>
          </p:cNvSpPr>
          <p:nvPr>
            <p:ph type="body" idx="8"/>
          </p:nvPr>
        </p:nvSpPr>
        <p:spPr>
          <a:xfrm>
            <a:off x="7279013" y="22687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3" name="Google Shape;603;p60"/>
          <p:cNvSpPr txBox="1">
            <a:spLocks noGrp="1"/>
          </p:cNvSpPr>
          <p:nvPr>
            <p:ph type="body" idx="9"/>
          </p:nvPr>
        </p:nvSpPr>
        <p:spPr>
          <a:xfrm>
            <a:off x="5503913" y="42072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4" name="Google Shape;604;p60"/>
          <p:cNvSpPr txBox="1">
            <a:spLocks noGrp="1"/>
          </p:cNvSpPr>
          <p:nvPr>
            <p:ph type="body" idx="13"/>
          </p:nvPr>
        </p:nvSpPr>
        <p:spPr>
          <a:xfrm>
            <a:off x="5503913" y="373647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5" name="Google Shape;605;p60"/>
          <p:cNvSpPr txBox="1">
            <a:spLocks noGrp="1"/>
          </p:cNvSpPr>
          <p:nvPr>
            <p:ph type="body" idx="14"/>
          </p:nvPr>
        </p:nvSpPr>
        <p:spPr>
          <a:xfrm>
            <a:off x="5503913" y="32473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6" name="Google Shape;606;p60"/>
          <p:cNvSpPr txBox="1">
            <a:spLocks noGrp="1"/>
          </p:cNvSpPr>
          <p:nvPr>
            <p:ph type="body" idx="15"/>
          </p:nvPr>
        </p:nvSpPr>
        <p:spPr>
          <a:xfrm>
            <a:off x="5503913" y="27580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7" name="Google Shape;607;p60"/>
          <p:cNvSpPr txBox="1">
            <a:spLocks noGrp="1"/>
          </p:cNvSpPr>
          <p:nvPr>
            <p:ph type="body" idx="16"/>
          </p:nvPr>
        </p:nvSpPr>
        <p:spPr>
          <a:xfrm>
            <a:off x="5503913" y="22687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8" name="Google Shape;608;p60"/>
          <p:cNvSpPr txBox="1">
            <a:spLocks noGrp="1"/>
          </p:cNvSpPr>
          <p:nvPr>
            <p:ph type="body" idx="17"/>
          </p:nvPr>
        </p:nvSpPr>
        <p:spPr>
          <a:xfrm>
            <a:off x="3722638" y="42072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09" name="Google Shape;609;p60"/>
          <p:cNvSpPr txBox="1">
            <a:spLocks noGrp="1"/>
          </p:cNvSpPr>
          <p:nvPr>
            <p:ph type="body" idx="18"/>
          </p:nvPr>
        </p:nvSpPr>
        <p:spPr>
          <a:xfrm>
            <a:off x="3722638" y="373647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0" name="Google Shape;610;p60"/>
          <p:cNvSpPr txBox="1">
            <a:spLocks noGrp="1"/>
          </p:cNvSpPr>
          <p:nvPr>
            <p:ph type="body" idx="19"/>
          </p:nvPr>
        </p:nvSpPr>
        <p:spPr>
          <a:xfrm>
            <a:off x="3722638" y="32473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1" name="Google Shape;611;p60"/>
          <p:cNvSpPr txBox="1">
            <a:spLocks noGrp="1"/>
          </p:cNvSpPr>
          <p:nvPr>
            <p:ph type="body" idx="20"/>
          </p:nvPr>
        </p:nvSpPr>
        <p:spPr>
          <a:xfrm>
            <a:off x="3722638" y="27580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2" name="Google Shape;612;p60"/>
          <p:cNvSpPr txBox="1">
            <a:spLocks noGrp="1"/>
          </p:cNvSpPr>
          <p:nvPr>
            <p:ph type="body" idx="21"/>
          </p:nvPr>
        </p:nvSpPr>
        <p:spPr>
          <a:xfrm>
            <a:off x="3722638" y="22687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3" name="Google Shape;613;p60"/>
          <p:cNvSpPr txBox="1">
            <a:spLocks noGrp="1"/>
          </p:cNvSpPr>
          <p:nvPr>
            <p:ph type="body" idx="22"/>
          </p:nvPr>
        </p:nvSpPr>
        <p:spPr>
          <a:xfrm>
            <a:off x="1941375" y="42072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4" name="Google Shape;614;p60"/>
          <p:cNvSpPr txBox="1">
            <a:spLocks noGrp="1"/>
          </p:cNvSpPr>
          <p:nvPr>
            <p:ph type="body" idx="23"/>
          </p:nvPr>
        </p:nvSpPr>
        <p:spPr>
          <a:xfrm>
            <a:off x="1941375" y="373647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5" name="Google Shape;615;p60"/>
          <p:cNvSpPr txBox="1">
            <a:spLocks noGrp="1"/>
          </p:cNvSpPr>
          <p:nvPr>
            <p:ph type="body" idx="24"/>
          </p:nvPr>
        </p:nvSpPr>
        <p:spPr>
          <a:xfrm>
            <a:off x="1941375" y="3247325"/>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6" name="Google Shape;616;p60"/>
          <p:cNvSpPr txBox="1">
            <a:spLocks noGrp="1"/>
          </p:cNvSpPr>
          <p:nvPr>
            <p:ph type="body" idx="25"/>
          </p:nvPr>
        </p:nvSpPr>
        <p:spPr>
          <a:xfrm>
            <a:off x="1941375" y="27580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7" name="Google Shape;617;p60"/>
          <p:cNvSpPr txBox="1">
            <a:spLocks noGrp="1"/>
          </p:cNvSpPr>
          <p:nvPr>
            <p:ph type="body" idx="26"/>
          </p:nvPr>
        </p:nvSpPr>
        <p:spPr>
          <a:xfrm>
            <a:off x="1941375" y="2268713"/>
            <a:ext cx="1771200" cy="321300"/>
          </a:xfrm>
          <a:prstGeom prst="rect">
            <a:avLst/>
          </a:prstGeom>
        </p:spPr>
        <p:txBody>
          <a:bodyPr spcFirstLastPara="1" wrap="square" lIns="180000" tIns="0" rIns="0" bIns="180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18" name="Google Shape;618;p60"/>
          <p:cNvSpPr txBox="1">
            <a:spLocks noGrp="1"/>
          </p:cNvSpPr>
          <p:nvPr>
            <p:ph type="subTitle" idx="27"/>
          </p:nvPr>
        </p:nvSpPr>
        <p:spPr>
          <a:xfrm>
            <a:off x="7282625" y="1724120"/>
            <a:ext cx="1771200" cy="396000"/>
          </a:xfrm>
          <a:prstGeom prst="rect">
            <a:avLst/>
          </a:prstGeom>
        </p:spPr>
        <p:txBody>
          <a:bodyPr spcFirstLastPara="1" wrap="square" lIns="180000" tIns="90000" rIns="0" bIns="90000" anchor="t" anchorCtr="0">
            <a:normAutofit/>
          </a:bodyPr>
          <a:lstStyle>
            <a:lvl1pPr lvl="0">
              <a:spcBef>
                <a:spcPts val="0"/>
              </a:spcBef>
              <a:spcAft>
                <a:spcPts val="0"/>
              </a:spcAft>
              <a:buClr>
                <a:schemeClr val="dk1"/>
              </a:buClr>
              <a:buSzPts val="1400"/>
              <a:buFont typeface="Hanken Grotesk"/>
              <a:buNone/>
              <a:defRPr sz="1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9" name="Google Shape;619;p60"/>
          <p:cNvSpPr txBox="1">
            <a:spLocks noGrp="1"/>
          </p:cNvSpPr>
          <p:nvPr>
            <p:ph type="subTitle" idx="28"/>
          </p:nvPr>
        </p:nvSpPr>
        <p:spPr>
          <a:xfrm>
            <a:off x="337750" y="4207225"/>
            <a:ext cx="1339200" cy="1548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a:endParaRPr/>
          </a:p>
        </p:txBody>
      </p:sp>
      <p:sp>
        <p:nvSpPr>
          <p:cNvPr id="620" name="Google Shape;620;p60"/>
          <p:cNvSpPr txBox="1">
            <a:spLocks noGrp="1"/>
          </p:cNvSpPr>
          <p:nvPr>
            <p:ph type="subTitle" idx="29"/>
          </p:nvPr>
        </p:nvSpPr>
        <p:spPr>
          <a:xfrm>
            <a:off x="337750" y="3737375"/>
            <a:ext cx="1339200" cy="1548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a:endParaRPr/>
          </a:p>
        </p:txBody>
      </p:sp>
      <p:sp>
        <p:nvSpPr>
          <p:cNvPr id="621" name="Google Shape;621;p60"/>
          <p:cNvSpPr txBox="1">
            <a:spLocks noGrp="1"/>
          </p:cNvSpPr>
          <p:nvPr>
            <p:ph type="subTitle" idx="30"/>
          </p:nvPr>
        </p:nvSpPr>
        <p:spPr>
          <a:xfrm>
            <a:off x="337750" y="3247775"/>
            <a:ext cx="1339200" cy="1548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a:endParaRPr/>
          </a:p>
        </p:txBody>
      </p:sp>
      <p:sp>
        <p:nvSpPr>
          <p:cNvPr id="622" name="Google Shape;622;p60"/>
          <p:cNvSpPr txBox="1">
            <a:spLocks noGrp="1"/>
          </p:cNvSpPr>
          <p:nvPr>
            <p:ph type="subTitle" idx="31"/>
          </p:nvPr>
        </p:nvSpPr>
        <p:spPr>
          <a:xfrm>
            <a:off x="337750" y="2758175"/>
            <a:ext cx="1339200" cy="1548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a:endParaRPr/>
          </a:p>
        </p:txBody>
      </p:sp>
      <p:sp>
        <p:nvSpPr>
          <p:cNvPr id="623" name="Google Shape;623;p60"/>
          <p:cNvSpPr txBox="1">
            <a:spLocks noGrp="1"/>
          </p:cNvSpPr>
          <p:nvPr>
            <p:ph type="subTitle" idx="32"/>
          </p:nvPr>
        </p:nvSpPr>
        <p:spPr>
          <a:xfrm>
            <a:off x="337750" y="2268575"/>
            <a:ext cx="1339200" cy="1548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1000"/>
              <a:buFont typeface="Hanken Grotesk"/>
              <a:buNone/>
              <a:defRPr b="1"/>
            </a:lvl1pPr>
            <a:lvl2pPr lvl="1">
              <a:spcBef>
                <a:spcPts val="0"/>
              </a:spcBef>
              <a:spcAft>
                <a:spcPts val="0"/>
              </a:spcAft>
              <a:buSzPts val="1000"/>
              <a:buFont typeface="Hanken Grotesk"/>
              <a:buNone/>
              <a:defRPr b="1"/>
            </a:lvl2pPr>
            <a:lvl3pPr lvl="2">
              <a:spcBef>
                <a:spcPts val="0"/>
              </a:spcBef>
              <a:spcAft>
                <a:spcPts val="0"/>
              </a:spcAft>
              <a:buSzPts val="1000"/>
              <a:buFont typeface="Hanken Grotesk"/>
              <a:buNone/>
              <a:defRPr b="1"/>
            </a:lvl3pPr>
            <a:lvl4pPr lvl="3">
              <a:spcBef>
                <a:spcPts val="0"/>
              </a:spcBef>
              <a:spcAft>
                <a:spcPts val="0"/>
              </a:spcAft>
              <a:buSzPts val="1000"/>
              <a:buFont typeface="Hanken Grotesk"/>
              <a:buNone/>
              <a:defRPr b="1"/>
            </a:lvl4pPr>
            <a:lvl5pPr lvl="4">
              <a:spcBef>
                <a:spcPts val="0"/>
              </a:spcBef>
              <a:spcAft>
                <a:spcPts val="0"/>
              </a:spcAft>
              <a:buSzPts val="1000"/>
              <a:buFont typeface="Hanken Grotesk"/>
              <a:buNone/>
              <a:defRPr b="1"/>
            </a:lvl5pPr>
            <a:lvl6pPr lvl="5">
              <a:spcBef>
                <a:spcPts val="0"/>
              </a:spcBef>
              <a:spcAft>
                <a:spcPts val="0"/>
              </a:spcAft>
              <a:buSzPts val="1000"/>
              <a:buFont typeface="Hanken Grotesk"/>
              <a:buNone/>
              <a:defRPr b="1"/>
            </a:lvl6pPr>
            <a:lvl7pPr lvl="6">
              <a:spcBef>
                <a:spcPts val="0"/>
              </a:spcBef>
              <a:spcAft>
                <a:spcPts val="0"/>
              </a:spcAft>
              <a:buSzPts val="1000"/>
              <a:buFont typeface="Hanken Grotesk"/>
              <a:buNone/>
              <a:defRPr b="1"/>
            </a:lvl7pPr>
            <a:lvl8pPr lvl="7">
              <a:spcBef>
                <a:spcPts val="0"/>
              </a:spcBef>
              <a:spcAft>
                <a:spcPts val="0"/>
              </a:spcAft>
              <a:buSzPts val="1000"/>
              <a:buFont typeface="Hanken Grotesk"/>
              <a:buNone/>
              <a:defRPr b="1"/>
            </a:lvl8pPr>
            <a:lvl9pPr lvl="8">
              <a:spcBef>
                <a:spcPts val="0"/>
              </a:spcBef>
              <a:spcAft>
                <a:spcPts val="0"/>
              </a:spcAft>
              <a:buSzPts val="1000"/>
              <a:buFont typeface="Hanken Grotesk"/>
              <a:buNone/>
              <a:defRPr b="1"/>
            </a:lvl9pPr>
          </a:lstStyle>
          <a:p>
            <a:endParaRPr/>
          </a:p>
        </p:txBody>
      </p:sp>
      <p:sp>
        <p:nvSpPr>
          <p:cNvPr id="624" name="Google Shape;624;p60"/>
          <p:cNvSpPr txBox="1">
            <a:spLocks noGrp="1"/>
          </p:cNvSpPr>
          <p:nvPr>
            <p:ph type="title" idx="33"/>
          </p:nvPr>
        </p:nvSpPr>
        <p:spPr>
          <a:xfrm>
            <a:off x="596525" y="753313"/>
            <a:ext cx="7062000" cy="615900"/>
          </a:xfrm>
          <a:prstGeom prst="rect">
            <a:avLst/>
          </a:prstGeom>
        </p:spPr>
        <p:txBody>
          <a:bodyPr spcFirstLastPara="1" wrap="square" lIns="91425" tIns="0" rIns="91425" bIns="91425" anchor="t" anchorCtr="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625" name="Google Shape;625;p60"/>
          <p:cNvSpPr txBox="1">
            <a:spLocks noGrp="1"/>
          </p:cNvSpPr>
          <p:nvPr>
            <p:ph type="subTitle" idx="34"/>
          </p:nvPr>
        </p:nvSpPr>
        <p:spPr>
          <a:xfrm>
            <a:off x="1950863" y="1724125"/>
            <a:ext cx="1771200" cy="396000"/>
          </a:xfrm>
          <a:prstGeom prst="rect">
            <a:avLst/>
          </a:prstGeom>
        </p:spPr>
        <p:txBody>
          <a:bodyPr spcFirstLastPara="1" wrap="square" lIns="180000" tIns="90000" rIns="0" bIns="90000" anchor="t" anchorCtr="0">
            <a:normAutofit/>
          </a:bodyPr>
          <a:lstStyle>
            <a:lvl1pPr lvl="0">
              <a:spcBef>
                <a:spcPts val="0"/>
              </a:spcBef>
              <a:spcAft>
                <a:spcPts val="0"/>
              </a:spcAft>
              <a:buClr>
                <a:schemeClr val="dk1"/>
              </a:buClr>
              <a:buSzPts val="1400"/>
              <a:buFont typeface="Hanken Grotesk"/>
              <a:buNone/>
              <a:defRPr sz="1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6" name="Google Shape;626;p60"/>
          <p:cNvSpPr txBox="1">
            <a:spLocks noGrp="1"/>
          </p:cNvSpPr>
          <p:nvPr>
            <p:ph type="subTitle" idx="35"/>
          </p:nvPr>
        </p:nvSpPr>
        <p:spPr>
          <a:xfrm>
            <a:off x="3726825" y="1724125"/>
            <a:ext cx="1771200" cy="396000"/>
          </a:xfrm>
          <a:prstGeom prst="rect">
            <a:avLst/>
          </a:prstGeom>
        </p:spPr>
        <p:txBody>
          <a:bodyPr spcFirstLastPara="1" wrap="square" lIns="180000" tIns="90000" rIns="0" bIns="90000" anchor="t" anchorCtr="0">
            <a:normAutofit/>
          </a:bodyPr>
          <a:lstStyle>
            <a:lvl1pPr lvl="0">
              <a:spcBef>
                <a:spcPts val="0"/>
              </a:spcBef>
              <a:spcAft>
                <a:spcPts val="0"/>
              </a:spcAft>
              <a:buClr>
                <a:schemeClr val="dk1"/>
              </a:buClr>
              <a:buSzPts val="1400"/>
              <a:buFont typeface="Hanken Grotesk"/>
              <a:buNone/>
              <a:defRPr sz="1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7" name="Google Shape;627;p60"/>
          <p:cNvSpPr txBox="1">
            <a:spLocks noGrp="1"/>
          </p:cNvSpPr>
          <p:nvPr>
            <p:ph type="subTitle" idx="36"/>
          </p:nvPr>
        </p:nvSpPr>
        <p:spPr>
          <a:xfrm>
            <a:off x="5503900" y="1724125"/>
            <a:ext cx="1771200" cy="396000"/>
          </a:xfrm>
          <a:prstGeom prst="rect">
            <a:avLst/>
          </a:prstGeom>
        </p:spPr>
        <p:txBody>
          <a:bodyPr spcFirstLastPara="1" wrap="square" lIns="180000" tIns="90000" rIns="0" bIns="90000" anchor="t" anchorCtr="0">
            <a:normAutofit/>
          </a:bodyPr>
          <a:lstStyle>
            <a:lvl1pPr lvl="0">
              <a:spcBef>
                <a:spcPts val="0"/>
              </a:spcBef>
              <a:spcAft>
                <a:spcPts val="0"/>
              </a:spcAft>
              <a:buClr>
                <a:schemeClr val="dk1"/>
              </a:buClr>
              <a:buSzPts val="1400"/>
              <a:buFont typeface="Hanken Grotesk"/>
              <a:buNone/>
              <a:defRPr sz="14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2731">
          <p15:clr>
            <a:srgbClr val="E46962"/>
          </p15:clr>
        </p15:guide>
        <p15:guide id="2" orient="horz" pos="2435">
          <p15:clr>
            <a:srgbClr val="E46962"/>
          </p15:clr>
        </p15:guide>
        <p15:guide id="3" orient="horz" pos="1819">
          <p15:clr>
            <a:srgbClr val="E46962"/>
          </p15:clr>
        </p15:guide>
        <p15:guide id="4" orient="horz" pos="2129">
          <p15:clr>
            <a:srgbClr val="E46962"/>
          </p15:clr>
        </p15:guide>
        <p15:guide id="5" orient="horz" pos="1510">
          <p15:clr>
            <a:srgbClr val="E4696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Graphics and folder background">
  <p:cSld name="CUSTOM_1_1">
    <p:spTree>
      <p:nvGrpSpPr>
        <p:cNvPr id="1" name="Shape 628"/>
        <p:cNvGrpSpPr/>
        <p:nvPr/>
      </p:nvGrpSpPr>
      <p:grpSpPr>
        <a:xfrm>
          <a:off x="0" y="0"/>
          <a:ext cx="0" cy="0"/>
          <a:chOff x="0" y="0"/>
          <a:chExt cx="0" cy="0"/>
        </a:xfrm>
      </p:grpSpPr>
      <p:sp>
        <p:nvSpPr>
          <p:cNvPr id="629" name="Google Shape;629;p61"/>
          <p:cNvSpPr/>
          <p:nvPr/>
        </p:nvSpPr>
        <p:spPr>
          <a:xfrm>
            <a:off x="-2450" y="486600"/>
            <a:ext cx="9144000" cy="4656900"/>
          </a:xfrm>
          <a:prstGeom prst="roundRect">
            <a:avLst>
              <a:gd name="adj" fmla="val 0"/>
            </a:avLst>
          </a:prstGeom>
          <a:solidFill>
            <a:schemeClr val="accent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630" name="Google Shape;630;p61"/>
          <p:cNvSpPr txBox="1">
            <a:spLocks noGrp="1"/>
          </p:cNvSpPr>
          <p:nvPr>
            <p:ph type="subTitle" idx="1"/>
          </p:nvPr>
        </p:nvSpPr>
        <p:spPr>
          <a:xfrm>
            <a:off x="131460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631" name="Google Shape;631;p61"/>
          <p:cNvSpPr txBox="1">
            <a:spLocks noGrp="1"/>
          </p:cNvSpPr>
          <p:nvPr>
            <p:ph type="subTitle" idx="2"/>
          </p:nvPr>
        </p:nvSpPr>
        <p:spPr>
          <a:xfrm>
            <a:off x="422885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632" name="Google Shape;632;p61"/>
          <p:cNvSpPr txBox="1">
            <a:spLocks noGrp="1"/>
          </p:cNvSpPr>
          <p:nvPr>
            <p:ph type="subTitle" idx="3"/>
          </p:nvPr>
        </p:nvSpPr>
        <p:spPr>
          <a:xfrm>
            <a:off x="572410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633" name="Google Shape;633;p61"/>
          <p:cNvSpPr txBox="1">
            <a:spLocks noGrp="1"/>
          </p:cNvSpPr>
          <p:nvPr>
            <p:ph type="title"/>
          </p:nvPr>
        </p:nvSpPr>
        <p:spPr>
          <a:xfrm>
            <a:off x="2777959" y="131799"/>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634" name="Google Shape;634;p61"/>
          <p:cNvSpPr txBox="1">
            <a:spLocks noGrp="1"/>
          </p:cNvSpPr>
          <p:nvPr>
            <p:ph type="subTitle" idx="4"/>
          </p:nvPr>
        </p:nvSpPr>
        <p:spPr>
          <a:xfrm>
            <a:off x="4617888" y="2276000"/>
            <a:ext cx="4291500" cy="525600"/>
          </a:xfrm>
          <a:prstGeom prst="rect">
            <a:avLst/>
          </a:prstGeom>
        </p:spPr>
        <p:txBody>
          <a:bodyPr spcFirstLastPara="1" wrap="square" lIns="180000" tIns="90000" rIns="180000" bIns="0" anchor="t" anchorCtr="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a:endParaRPr/>
          </a:p>
        </p:txBody>
      </p:sp>
      <p:cxnSp>
        <p:nvCxnSpPr>
          <p:cNvPr id="635" name="Google Shape;635;p61"/>
          <p:cNvCxnSpPr/>
          <p:nvPr/>
        </p:nvCxnSpPr>
        <p:spPr>
          <a:xfrm rot="10800000">
            <a:off x="5397992" y="3025650"/>
            <a:ext cx="0" cy="1576800"/>
          </a:xfrm>
          <a:prstGeom prst="straightConnector1">
            <a:avLst/>
          </a:prstGeom>
          <a:noFill/>
          <a:ln w="9525" cap="flat" cmpd="sng">
            <a:solidFill>
              <a:schemeClr val="dk1"/>
            </a:solidFill>
            <a:prstDash val="dot"/>
            <a:round/>
            <a:headEnd type="none" w="sm" len="sm"/>
            <a:tailEnd type="none" w="sm" len="sm"/>
          </a:ln>
        </p:spPr>
      </p:cxnSp>
      <p:cxnSp>
        <p:nvCxnSpPr>
          <p:cNvPr id="636" name="Google Shape;636;p61"/>
          <p:cNvCxnSpPr/>
          <p:nvPr/>
        </p:nvCxnSpPr>
        <p:spPr>
          <a:xfrm rot="10800000">
            <a:off x="6114201" y="3025007"/>
            <a:ext cx="0" cy="1576800"/>
          </a:xfrm>
          <a:prstGeom prst="straightConnector1">
            <a:avLst/>
          </a:prstGeom>
          <a:noFill/>
          <a:ln w="9525" cap="flat" cmpd="sng">
            <a:solidFill>
              <a:schemeClr val="dk1"/>
            </a:solidFill>
            <a:prstDash val="dot"/>
            <a:round/>
            <a:headEnd type="none" w="sm" len="sm"/>
            <a:tailEnd type="none" w="sm" len="sm"/>
          </a:ln>
        </p:spPr>
      </p:cxnSp>
      <p:cxnSp>
        <p:nvCxnSpPr>
          <p:cNvPr id="637" name="Google Shape;637;p61"/>
          <p:cNvCxnSpPr/>
          <p:nvPr/>
        </p:nvCxnSpPr>
        <p:spPr>
          <a:xfrm rot="10800000">
            <a:off x="6816098" y="3025650"/>
            <a:ext cx="0" cy="1576800"/>
          </a:xfrm>
          <a:prstGeom prst="straightConnector1">
            <a:avLst/>
          </a:prstGeom>
          <a:noFill/>
          <a:ln w="9525" cap="flat" cmpd="sng">
            <a:solidFill>
              <a:schemeClr val="dk1"/>
            </a:solidFill>
            <a:prstDash val="dot"/>
            <a:round/>
            <a:headEnd type="none" w="sm" len="sm"/>
            <a:tailEnd type="none" w="sm" len="sm"/>
          </a:ln>
        </p:spPr>
      </p:cxnSp>
      <p:cxnSp>
        <p:nvCxnSpPr>
          <p:cNvPr id="638" name="Google Shape;638;p61"/>
          <p:cNvCxnSpPr/>
          <p:nvPr/>
        </p:nvCxnSpPr>
        <p:spPr>
          <a:xfrm rot="10800000">
            <a:off x="7517325" y="3025650"/>
            <a:ext cx="0" cy="1576800"/>
          </a:xfrm>
          <a:prstGeom prst="straightConnector1">
            <a:avLst/>
          </a:prstGeom>
          <a:noFill/>
          <a:ln w="9525" cap="flat" cmpd="sng">
            <a:solidFill>
              <a:schemeClr val="dk1"/>
            </a:solidFill>
            <a:prstDash val="dot"/>
            <a:round/>
            <a:headEnd type="none" w="sm" len="sm"/>
            <a:tailEnd type="none" w="sm" len="sm"/>
          </a:ln>
        </p:spPr>
      </p:cxnSp>
      <p:cxnSp>
        <p:nvCxnSpPr>
          <p:cNvPr id="639" name="Google Shape;639;p61"/>
          <p:cNvCxnSpPr/>
          <p:nvPr/>
        </p:nvCxnSpPr>
        <p:spPr>
          <a:xfrm rot="10800000">
            <a:off x="8218904" y="3025011"/>
            <a:ext cx="0" cy="1576800"/>
          </a:xfrm>
          <a:prstGeom prst="straightConnector1">
            <a:avLst/>
          </a:prstGeom>
          <a:noFill/>
          <a:ln w="9525" cap="flat" cmpd="sng">
            <a:solidFill>
              <a:schemeClr val="dk1"/>
            </a:solidFill>
            <a:prstDash val="dot"/>
            <a:round/>
            <a:headEnd type="none" w="sm" len="sm"/>
            <a:tailEnd type="none" w="sm" len="sm"/>
          </a:ln>
        </p:spPr>
      </p:cxnSp>
      <p:cxnSp>
        <p:nvCxnSpPr>
          <p:cNvPr id="640" name="Google Shape;640;p61"/>
          <p:cNvCxnSpPr/>
          <p:nvPr/>
        </p:nvCxnSpPr>
        <p:spPr>
          <a:xfrm rot="10800000">
            <a:off x="5043384" y="4397242"/>
            <a:ext cx="3684900" cy="0"/>
          </a:xfrm>
          <a:prstGeom prst="straightConnector1">
            <a:avLst/>
          </a:prstGeom>
          <a:noFill/>
          <a:ln w="9525" cap="flat" cmpd="sng">
            <a:solidFill>
              <a:schemeClr val="dk1"/>
            </a:solidFill>
            <a:prstDash val="dot"/>
            <a:round/>
            <a:headEnd type="none" w="sm" len="sm"/>
            <a:tailEnd type="none" w="sm" len="sm"/>
          </a:ln>
        </p:spPr>
      </p:cxnSp>
      <p:cxnSp>
        <p:nvCxnSpPr>
          <p:cNvPr id="641" name="Google Shape;641;p61"/>
          <p:cNvCxnSpPr/>
          <p:nvPr/>
        </p:nvCxnSpPr>
        <p:spPr>
          <a:xfrm rot="10800000">
            <a:off x="5043384" y="4106948"/>
            <a:ext cx="3684900" cy="0"/>
          </a:xfrm>
          <a:prstGeom prst="straightConnector1">
            <a:avLst/>
          </a:prstGeom>
          <a:noFill/>
          <a:ln w="9525" cap="flat" cmpd="sng">
            <a:solidFill>
              <a:schemeClr val="dk1"/>
            </a:solidFill>
            <a:prstDash val="dot"/>
            <a:round/>
            <a:headEnd type="none" w="sm" len="sm"/>
            <a:tailEnd type="none" w="sm" len="sm"/>
          </a:ln>
        </p:spPr>
      </p:cxnSp>
      <p:cxnSp>
        <p:nvCxnSpPr>
          <p:cNvPr id="642" name="Google Shape;642;p61"/>
          <p:cNvCxnSpPr/>
          <p:nvPr/>
        </p:nvCxnSpPr>
        <p:spPr>
          <a:xfrm rot="10800000">
            <a:off x="5043384" y="3813733"/>
            <a:ext cx="3684900" cy="0"/>
          </a:xfrm>
          <a:prstGeom prst="straightConnector1">
            <a:avLst/>
          </a:prstGeom>
          <a:noFill/>
          <a:ln w="9525" cap="flat" cmpd="sng">
            <a:solidFill>
              <a:schemeClr val="dk1"/>
            </a:solidFill>
            <a:prstDash val="dot"/>
            <a:round/>
            <a:headEnd type="none" w="sm" len="sm"/>
            <a:tailEnd type="none" w="sm" len="sm"/>
          </a:ln>
        </p:spPr>
      </p:cxnSp>
      <p:cxnSp>
        <p:nvCxnSpPr>
          <p:cNvPr id="643" name="Google Shape;643;p61"/>
          <p:cNvCxnSpPr/>
          <p:nvPr/>
        </p:nvCxnSpPr>
        <p:spPr>
          <a:xfrm rot="10800000">
            <a:off x="5043384" y="3521491"/>
            <a:ext cx="3684900" cy="0"/>
          </a:xfrm>
          <a:prstGeom prst="straightConnector1">
            <a:avLst/>
          </a:prstGeom>
          <a:noFill/>
          <a:ln w="9525" cap="flat" cmpd="sng">
            <a:solidFill>
              <a:schemeClr val="dk1"/>
            </a:solidFill>
            <a:prstDash val="dot"/>
            <a:round/>
            <a:headEnd type="none" w="sm" len="sm"/>
            <a:tailEnd type="none" w="sm" len="sm"/>
          </a:ln>
        </p:spPr>
      </p:cxnSp>
      <p:cxnSp>
        <p:nvCxnSpPr>
          <p:cNvPr id="644" name="Google Shape;644;p61"/>
          <p:cNvCxnSpPr/>
          <p:nvPr/>
        </p:nvCxnSpPr>
        <p:spPr>
          <a:xfrm rot="10800000">
            <a:off x="5043384" y="3228574"/>
            <a:ext cx="3684900" cy="0"/>
          </a:xfrm>
          <a:prstGeom prst="straightConnector1">
            <a:avLst/>
          </a:prstGeom>
          <a:noFill/>
          <a:ln w="9525" cap="flat" cmpd="sng">
            <a:solidFill>
              <a:schemeClr val="dk1"/>
            </a:solidFill>
            <a:prstDash val="dot"/>
            <a:round/>
            <a:headEnd type="none" w="sm" len="sm"/>
            <a:tailEnd type="none" w="sm" len="sm"/>
          </a:ln>
        </p:spPr>
      </p:cxnSp>
      <p:cxnSp>
        <p:nvCxnSpPr>
          <p:cNvPr id="645" name="Google Shape;645;p61"/>
          <p:cNvCxnSpPr/>
          <p:nvPr/>
        </p:nvCxnSpPr>
        <p:spPr>
          <a:xfrm rot="10800000">
            <a:off x="5043640" y="4602364"/>
            <a:ext cx="3684900" cy="0"/>
          </a:xfrm>
          <a:prstGeom prst="straightConnector1">
            <a:avLst/>
          </a:prstGeom>
          <a:noFill/>
          <a:ln w="9525" cap="flat" cmpd="sng">
            <a:solidFill>
              <a:schemeClr val="dk1"/>
            </a:solidFill>
            <a:prstDash val="solid"/>
            <a:round/>
            <a:headEnd type="none" w="sm" len="sm"/>
            <a:tailEnd type="none" w="sm" len="sm"/>
          </a:ln>
        </p:spPr>
      </p:cxnSp>
      <p:cxnSp>
        <p:nvCxnSpPr>
          <p:cNvPr id="646" name="Google Shape;646;p61"/>
          <p:cNvCxnSpPr/>
          <p:nvPr/>
        </p:nvCxnSpPr>
        <p:spPr>
          <a:xfrm rot="10800000">
            <a:off x="5043455" y="3022856"/>
            <a:ext cx="0" cy="1582200"/>
          </a:xfrm>
          <a:prstGeom prst="straightConnector1">
            <a:avLst/>
          </a:prstGeom>
          <a:noFill/>
          <a:ln w="9525" cap="flat" cmpd="sng">
            <a:solidFill>
              <a:schemeClr val="dk1"/>
            </a:solidFill>
            <a:prstDash val="solid"/>
            <a:round/>
            <a:headEnd type="none" w="sm" len="sm"/>
            <a:tailEnd type="none" w="sm" len="sm"/>
          </a:ln>
        </p:spPr>
      </p:cxnSp>
      <p:sp>
        <p:nvSpPr>
          <p:cNvPr id="647" name="Google Shape;647;p61"/>
          <p:cNvSpPr txBox="1">
            <a:spLocks noGrp="1"/>
          </p:cNvSpPr>
          <p:nvPr>
            <p:ph type="subTitle" idx="5"/>
          </p:nvPr>
        </p:nvSpPr>
        <p:spPr>
          <a:xfrm>
            <a:off x="392000" y="4601800"/>
            <a:ext cx="9165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48" name="Google Shape;648;p61"/>
          <p:cNvSpPr txBox="1">
            <a:spLocks noGrp="1"/>
          </p:cNvSpPr>
          <p:nvPr>
            <p:ph type="subTitle" idx="6"/>
          </p:nvPr>
        </p:nvSpPr>
        <p:spPr>
          <a:xfrm>
            <a:off x="1390838" y="4601800"/>
            <a:ext cx="9165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49" name="Google Shape;649;p61"/>
          <p:cNvSpPr txBox="1">
            <a:spLocks noGrp="1"/>
          </p:cNvSpPr>
          <p:nvPr>
            <p:ph type="subTitle" idx="7"/>
          </p:nvPr>
        </p:nvSpPr>
        <p:spPr>
          <a:xfrm>
            <a:off x="2389500" y="4602800"/>
            <a:ext cx="9036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0" name="Google Shape;650;p61"/>
          <p:cNvSpPr txBox="1">
            <a:spLocks noGrp="1"/>
          </p:cNvSpPr>
          <p:nvPr>
            <p:ph type="subTitle" idx="8"/>
          </p:nvPr>
        </p:nvSpPr>
        <p:spPr>
          <a:xfrm>
            <a:off x="3388150" y="4601800"/>
            <a:ext cx="9603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1" name="Google Shape;651;p61"/>
          <p:cNvSpPr txBox="1">
            <a:spLocks noGrp="1"/>
          </p:cNvSpPr>
          <p:nvPr>
            <p:ph type="subTitle" idx="9"/>
          </p:nvPr>
        </p:nvSpPr>
        <p:spPr>
          <a:xfrm>
            <a:off x="392025" y="4022425"/>
            <a:ext cx="916500" cy="579600"/>
          </a:xfrm>
          <a:prstGeom prst="rect">
            <a:avLst/>
          </a:prstGeom>
        </p:spPr>
        <p:txBody>
          <a:bodyPr spcFirstLastPara="1" wrap="square" lIns="54000" tIns="0" rIns="0" bIns="0" anchor="b" anchorCtr="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2" name="Google Shape;652;p61"/>
          <p:cNvSpPr txBox="1">
            <a:spLocks noGrp="1"/>
          </p:cNvSpPr>
          <p:nvPr>
            <p:ph type="subTitle" idx="13"/>
          </p:nvPr>
        </p:nvSpPr>
        <p:spPr>
          <a:xfrm>
            <a:off x="1391050" y="3875575"/>
            <a:ext cx="916500" cy="726600"/>
          </a:xfrm>
          <a:prstGeom prst="rect">
            <a:avLst/>
          </a:prstGeom>
        </p:spPr>
        <p:txBody>
          <a:bodyPr spcFirstLastPara="1" wrap="square" lIns="54000" tIns="0" rIns="0" bIns="0" anchor="b" anchorCtr="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3" name="Google Shape;653;p61"/>
          <p:cNvSpPr txBox="1">
            <a:spLocks noGrp="1"/>
          </p:cNvSpPr>
          <p:nvPr>
            <p:ph type="subTitle" idx="14"/>
          </p:nvPr>
        </p:nvSpPr>
        <p:spPr>
          <a:xfrm>
            <a:off x="2390200" y="3875575"/>
            <a:ext cx="916500" cy="726600"/>
          </a:xfrm>
          <a:prstGeom prst="rect">
            <a:avLst/>
          </a:prstGeom>
        </p:spPr>
        <p:txBody>
          <a:bodyPr spcFirstLastPara="1" wrap="square" lIns="54000" tIns="0" rIns="0" bIns="0" anchor="b" anchorCtr="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4" name="Google Shape;654;p61"/>
          <p:cNvSpPr txBox="1">
            <a:spLocks noGrp="1"/>
          </p:cNvSpPr>
          <p:nvPr>
            <p:ph type="subTitle" idx="15"/>
          </p:nvPr>
        </p:nvSpPr>
        <p:spPr>
          <a:xfrm>
            <a:off x="3394525" y="4022425"/>
            <a:ext cx="954000" cy="579600"/>
          </a:xfrm>
          <a:prstGeom prst="rect">
            <a:avLst/>
          </a:prstGeom>
        </p:spPr>
        <p:txBody>
          <a:bodyPr spcFirstLastPara="1" wrap="square" lIns="54000" tIns="0" rIns="0" bIns="0" anchor="b" anchorCtr="0">
            <a:normAutofit/>
          </a:bodyPr>
          <a:lstStyle>
            <a:lvl1pPr lvl="0">
              <a:spcBef>
                <a:spcPts val="0"/>
              </a:spcBef>
              <a:spcAft>
                <a:spcPts val="0"/>
              </a:spcAft>
              <a:buClr>
                <a:schemeClr val="dk1"/>
              </a:buClr>
              <a:buSzPts val="3000"/>
              <a:buFont typeface="Hanken Grotesk Medium"/>
              <a:buNone/>
              <a:defRPr sz="3000">
                <a:latin typeface="Hanken Grotesk Medium"/>
                <a:ea typeface="Hanken Grotesk Medium"/>
                <a:cs typeface="Hanken Grotesk Medium"/>
                <a:sym typeface="Hanken Grotesk Medium"/>
              </a:defRPr>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5" name="Google Shape;655;p61"/>
          <p:cNvSpPr txBox="1">
            <a:spLocks noGrp="1"/>
          </p:cNvSpPr>
          <p:nvPr>
            <p:ph type="subTitle" idx="16"/>
          </p:nvPr>
        </p:nvSpPr>
        <p:spPr>
          <a:xfrm>
            <a:off x="227625" y="2276000"/>
            <a:ext cx="4291500" cy="525600"/>
          </a:xfrm>
          <a:prstGeom prst="rect">
            <a:avLst/>
          </a:prstGeom>
        </p:spPr>
        <p:txBody>
          <a:bodyPr spcFirstLastPara="1" wrap="square" lIns="180000" tIns="90000" rIns="180000" bIns="0" anchor="t" anchorCtr="0">
            <a:normAutofit/>
          </a:bodyPr>
          <a:lstStyle>
            <a:lvl1pPr lvl="0">
              <a:spcBef>
                <a:spcPts val="0"/>
              </a:spcBef>
              <a:spcAft>
                <a:spcPts val="0"/>
              </a:spcAft>
              <a:buClr>
                <a:schemeClr val="dk1"/>
              </a:buClr>
              <a:buSzPts val="1600"/>
              <a:buFont typeface="Neuton Light"/>
              <a:buNone/>
              <a:defRPr sz="1600">
                <a:latin typeface="Neuton Light"/>
                <a:ea typeface="Neuton Light"/>
                <a:cs typeface="Neuton Light"/>
                <a:sym typeface="Neuton Light"/>
              </a:defRPr>
            </a:lvl1pPr>
            <a:lvl2pPr lvl="1">
              <a:spcBef>
                <a:spcPts val="0"/>
              </a:spcBef>
              <a:spcAft>
                <a:spcPts val="0"/>
              </a:spcAft>
              <a:buSzPts val="1600"/>
              <a:buFont typeface="Neuton Light"/>
              <a:buNone/>
              <a:defRPr sz="1600">
                <a:latin typeface="Neuton Light"/>
                <a:ea typeface="Neuton Light"/>
                <a:cs typeface="Neuton Light"/>
                <a:sym typeface="Neuton Light"/>
              </a:defRPr>
            </a:lvl2pPr>
            <a:lvl3pPr lvl="2">
              <a:spcBef>
                <a:spcPts val="0"/>
              </a:spcBef>
              <a:spcAft>
                <a:spcPts val="0"/>
              </a:spcAft>
              <a:buSzPts val="1600"/>
              <a:buFont typeface="Neuton Light"/>
              <a:buNone/>
              <a:defRPr sz="1600">
                <a:latin typeface="Neuton Light"/>
                <a:ea typeface="Neuton Light"/>
                <a:cs typeface="Neuton Light"/>
                <a:sym typeface="Neuton Light"/>
              </a:defRPr>
            </a:lvl3pPr>
            <a:lvl4pPr lvl="3">
              <a:spcBef>
                <a:spcPts val="0"/>
              </a:spcBef>
              <a:spcAft>
                <a:spcPts val="0"/>
              </a:spcAft>
              <a:buSzPts val="1600"/>
              <a:buFont typeface="Neuton Light"/>
              <a:buNone/>
              <a:defRPr sz="1600">
                <a:latin typeface="Neuton Light"/>
                <a:ea typeface="Neuton Light"/>
                <a:cs typeface="Neuton Light"/>
                <a:sym typeface="Neuton Light"/>
              </a:defRPr>
            </a:lvl4pPr>
            <a:lvl5pPr lvl="4">
              <a:spcBef>
                <a:spcPts val="0"/>
              </a:spcBef>
              <a:spcAft>
                <a:spcPts val="0"/>
              </a:spcAft>
              <a:buSzPts val="1600"/>
              <a:buFont typeface="Neuton Light"/>
              <a:buNone/>
              <a:defRPr sz="1600">
                <a:latin typeface="Neuton Light"/>
                <a:ea typeface="Neuton Light"/>
                <a:cs typeface="Neuton Light"/>
                <a:sym typeface="Neuton Light"/>
              </a:defRPr>
            </a:lvl5pPr>
            <a:lvl6pPr lvl="5">
              <a:spcBef>
                <a:spcPts val="0"/>
              </a:spcBef>
              <a:spcAft>
                <a:spcPts val="0"/>
              </a:spcAft>
              <a:buSzPts val="1600"/>
              <a:buFont typeface="Neuton Light"/>
              <a:buNone/>
              <a:defRPr sz="1600">
                <a:latin typeface="Neuton Light"/>
                <a:ea typeface="Neuton Light"/>
                <a:cs typeface="Neuton Light"/>
                <a:sym typeface="Neuton Light"/>
              </a:defRPr>
            </a:lvl6pPr>
            <a:lvl7pPr lvl="6">
              <a:spcBef>
                <a:spcPts val="0"/>
              </a:spcBef>
              <a:spcAft>
                <a:spcPts val="0"/>
              </a:spcAft>
              <a:buSzPts val="1600"/>
              <a:buFont typeface="Neuton Light"/>
              <a:buNone/>
              <a:defRPr sz="1600">
                <a:latin typeface="Neuton Light"/>
                <a:ea typeface="Neuton Light"/>
                <a:cs typeface="Neuton Light"/>
                <a:sym typeface="Neuton Light"/>
              </a:defRPr>
            </a:lvl7pPr>
            <a:lvl8pPr lvl="7">
              <a:spcBef>
                <a:spcPts val="0"/>
              </a:spcBef>
              <a:spcAft>
                <a:spcPts val="0"/>
              </a:spcAft>
              <a:buSzPts val="1600"/>
              <a:buFont typeface="Neuton Light"/>
              <a:buNone/>
              <a:defRPr sz="1600">
                <a:latin typeface="Neuton Light"/>
                <a:ea typeface="Neuton Light"/>
                <a:cs typeface="Neuton Light"/>
                <a:sym typeface="Neuton Light"/>
              </a:defRPr>
            </a:lvl8pPr>
            <a:lvl9pPr lvl="8">
              <a:spcBef>
                <a:spcPts val="0"/>
              </a:spcBef>
              <a:spcAft>
                <a:spcPts val="0"/>
              </a:spcAft>
              <a:buSzPts val="1600"/>
              <a:buFont typeface="Neuton Light"/>
              <a:buNone/>
              <a:defRPr sz="1600">
                <a:latin typeface="Neuton Light"/>
                <a:ea typeface="Neuton Light"/>
                <a:cs typeface="Neuton Light"/>
                <a:sym typeface="Neuton Light"/>
              </a:defRPr>
            </a:lvl9pPr>
          </a:lstStyle>
          <a:p>
            <a:endParaRPr/>
          </a:p>
        </p:txBody>
      </p:sp>
      <p:sp>
        <p:nvSpPr>
          <p:cNvPr id="656" name="Google Shape;656;p61"/>
          <p:cNvSpPr txBox="1">
            <a:spLocks noGrp="1"/>
          </p:cNvSpPr>
          <p:nvPr>
            <p:ph type="subTitle" idx="17"/>
          </p:nvPr>
        </p:nvSpPr>
        <p:spPr>
          <a:xfrm>
            <a:off x="5401957" y="4602450"/>
            <a:ext cx="5076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7" name="Google Shape;657;p61"/>
          <p:cNvSpPr txBox="1">
            <a:spLocks noGrp="1"/>
          </p:cNvSpPr>
          <p:nvPr>
            <p:ph type="subTitle" idx="18"/>
          </p:nvPr>
        </p:nvSpPr>
        <p:spPr>
          <a:xfrm>
            <a:off x="6104132" y="4602450"/>
            <a:ext cx="5076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8" name="Google Shape;658;p61"/>
          <p:cNvSpPr txBox="1">
            <a:spLocks noGrp="1"/>
          </p:cNvSpPr>
          <p:nvPr>
            <p:ph type="subTitle" idx="19"/>
          </p:nvPr>
        </p:nvSpPr>
        <p:spPr>
          <a:xfrm>
            <a:off x="6811663" y="4602450"/>
            <a:ext cx="5076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59" name="Google Shape;659;p61"/>
          <p:cNvSpPr txBox="1">
            <a:spLocks noGrp="1"/>
          </p:cNvSpPr>
          <p:nvPr>
            <p:ph type="subTitle" idx="20"/>
          </p:nvPr>
        </p:nvSpPr>
        <p:spPr>
          <a:xfrm>
            <a:off x="8220182" y="4602450"/>
            <a:ext cx="5076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60" name="Google Shape;660;p61"/>
          <p:cNvSpPr txBox="1">
            <a:spLocks noGrp="1"/>
          </p:cNvSpPr>
          <p:nvPr>
            <p:ph type="subTitle" idx="21"/>
          </p:nvPr>
        </p:nvSpPr>
        <p:spPr>
          <a:xfrm>
            <a:off x="7516525" y="4602450"/>
            <a:ext cx="507600" cy="1836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61" name="Google Shape;661;p61"/>
          <p:cNvSpPr txBox="1">
            <a:spLocks noGrp="1"/>
          </p:cNvSpPr>
          <p:nvPr>
            <p:ph type="subTitle" idx="22"/>
          </p:nvPr>
        </p:nvSpPr>
        <p:spPr>
          <a:xfrm>
            <a:off x="4695907" y="4059350"/>
            <a:ext cx="309600" cy="936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62" name="Google Shape;662;p61"/>
          <p:cNvSpPr txBox="1">
            <a:spLocks noGrp="1"/>
          </p:cNvSpPr>
          <p:nvPr>
            <p:ph type="subTitle" idx="23"/>
          </p:nvPr>
        </p:nvSpPr>
        <p:spPr>
          <a:xfrm>
            <a:off x="4695907" y="4358875"/>
            <a:ext cx="309600" cy="936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63" name="Google Shape;663;p61"/>
          <p:cNvSpPr txBox="1">
            <a:spLocks noGrp="1"/>
          </p:cNvSpPr>
          <p:nvPr>
            <p:ph type="subTitle" idx="24"/>
          </p:nvPr>
        </p:nvSpPr>
        <p:spPr>
          <a:xfrm>
            <a:off x="4695907" y="3474700"/>
            <a:ext cx="309600" cy="936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64" name="Google Shape;664;p61"/>
          <p:cNvSpPr txBox="1">
            <a:spLocks noGrp="1"/>
          </p:cNvSpPr>
          <p:nvPr>
            <p:ph type="subTitle" idx="25"/>
          </p:nvPr>
        </p:nvSpPr>
        <p:spPr>
          <a:xfrm>
            <a:off x="4695907" y="3777850"/>
            <a:ext cx="309600" cy="936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65" name="Google Shape;665;p61"/>
          <p:cNvSpPr txBox="1">
            <a:spLocks noGrp="1"/>
          </p:cNvSpPr>
          <p:nvPr>
            <p:ph type="subTitle" idx="26"/>
          </p:nvPr>
        </p:nvSpPr>
        <p:spPr>
          <a:xfrm>
            <a:off x="4695907" y="3181775"/>
            <a:ext cx="309600" cy="936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a:lvl1pPr>
            <a:lvl2pPr lvl="1">
              <a:spcBef>
                <a:spcPts val="0"/>
              </a:spcBef>
              <a:spcAft>
                <a:spcPts val="0"/>
              </a:spcAft>
              <a:buSzPts val="800"/>
              <a:buNone/>
              <a:defRPr sz="800"/>
            </a:lvl2pPr>
            <a:lvl3pPr lvl="2">
              <a:spcBef>
                <a:spcPts val="0"/>
              </a:spcBef>
              <a:spcAft>
                <a:spcPts val="0"/>
              </a:spcAft>
              <a:buSzPts val="800"/>
              <a:buNone/>
              <a:defRPr sz="800"/>
            </a:lvl3pPr>
            <a:lvl4pPr lvl="3">
              <a:spcBef>
                <a:spcPts val="0"/>
              </a:spcBef>
              <a:spcAft>
                <a:spcPts val="0"/>
              </a:spcAft>
              <a:buSzPts val="800"/>
              <a:buNone/>
              <a:defRPr sz="800"/>
            </a:lvl4pPr>
            <a:lvl5pPr lvl="4">
              <a:spcBef>
                <a:spcPts val="0"/>
              </a:spcBef>
              <a:spcAft>
                <a:spcPts val="0"/>
              </a:spcAft>
              <a:buSzPts val="800"/>
              <a:buNone/>
              <a:defRPr sz="800"/>
            </a:lvl5pPr>
            <a:lvl6pPr lvl="5">
              <a:spcBef>
                <a:spcPts val="0"/>
              </a:spcBef>
              <a:spcAft>
                <a:spcPts val="0"/>
              </a:spcAft>
              <a:buSzPts val="800"/>
              <a:buNone/>
              <a:defRPr sz="800"/>
            </a:lvl6pPr>
            <a:lvl7pPr lvl="6">
              <a:spcBef>
                <a:spcPts val="0"/>
              </a:spcBef>
              <a:spcAft>
                <a:spcPts val="0"/>
              </a:spcAft>
              <a:buSzPts val="800"/>
              <a:buNone/>
              <a:defRPr sz="800"/>
            </a:lvl7pPr>
            <a:lvl8pPr lvl="7">
              <a:spcBef>
                <a:spcPts val="0"/>
              </a:spcBef>
              <a:spcAft>
                <a:spcPts val="0"/>
              </a:spcAft>
              <a:buSzPts val="800"/>
              <a:buNone/>
              <a:defRPr sz="800"/>
            </a:lvl8pPr>
            <a:lvl9pPr lvl="8">
              <a:spcBef>
                <a:spcPts val="0"/>
              </a:spcBef>
              <a:spcAft>
                <a:spcPts val="0"/>
              </a:spcAft>
              <a:buSzPts val="800"/>
              <a:buNone/>
              <a:defRPr sz="800"/>
            </a:lvl9pPr>
          </a:lstStyle>
          <a:p>
            <a:endParaRPr/>
          </a:p>
        </p:txBody>
      </p:sp>
      <p:sp>
        <p:nvSpPr>
          <p:cNvPr id="666" name="Google Shape;666;p61"/>
          <p:cNvSpPr txBox="1">
            <a:spLocks noGrp="1"/>
          </p:cNvSpPr>
          <p:nvPr>
            <p:ph type="title" idx="27"/>
          </p:nvPr>
        </p:nvSpPr>
        <p:spPr>
          <a:xfrm>
            <a:off x="593775" y="707062"/>
            <a:ext cx="7196400" cy="615900"/>
          </a:xfrm>
          <a:prstGeom prst="rect">
            <a:avLst/>
          </a:prstGeom>
        </p:spPr>
        <p:txBody>
          <a:bodyPr spcFirstLastPara="1" wrap="square" lIns="0" tIns="0" rIns="0" bIns="91425" anchor="t"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Columns 2">
  <p:cSld name="CUSTOM_7_1_1_1_1_1_1_1_1_1_1_1_1_1_1_1_1_9">
    <p:spTree>
      <p:nvGrpSpPr>
        <p:cNvPr id="1" name="Shape 667"/>
        <p:cNvGrpSpPr/>
        <p:nvPr/>
      </p:nvGrpSpPr>
      <p:grpSpPr>
        <a:xfrm>
          <a:off x="0" y="0"/>
          <a:ext cx="0" cy="0"/>
          <a:chOff x="0" y="0"/>
          <a:chExt cx="0" cy="0"/>
        </a:xfrm>
      </p:grpSpPr>
      <p:sp>
        <p:nvSpPr>
          <p:cNvPr id="668" name="Google Shape;668;p62"/>
          <p:cNvSpPr txBox="1">
            <a:spLocks noGrp="1"/>
          </p:cNvSpPr>
          <p:nvPr>
            <p:ph type="title"/>
          </p:nvPr>
        </p:nvSpPr>
        <p:spPr>
          <a:xfrm>
            <a:off x="2121700" y="637675"/>
            <a:ext cx="360000" cy="360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a:endParaRPr/>
          </a:p>
        </p:txBody>
      </p:sp>
      <p:sp>
        <p:nvSpPr>
          <p:cNvPr id="669" name="Google Shape;669;p62"/>
          <p:cNvSpPr txBox="1">
            <a:spLocks noGrp="1"/>
          </p:cNvSpPr>
          <p:nvPr>
            <p:ph type="title" idx="2"/>
          </p:nvPr>
        </p:nvSpPr>
        <p:spPr>
          <a:xfrm>
            <a:off x="3899225" y="637675"/>
            <a:ext cx="360000" cy="360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a:endParaRPr/>
          </a:p>
        </p:txBody>
      </p:sp>
      <p:sp>
        <p:nvSpPr>
          <p:cNvPr id="670" name="Google Shape;670;p62"/>
          <p:cNvSpPr txBox="1">
            <a:spLocks noGrp="1"/>
          </p:cNvSpPr>
          <p:nvPr>
            <p:ph type="title" idx="3"/>
          </p:nvPr>
        </p:nvSpPr>
        <p:spPr>
          <a:xfrm>
            <a:off x="5676475" y="637675"/>
            <a:ext cx="360000" cy="360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a:endParaRPr/>
          </a:p>
        </p:txBody>
      </p:sp>
      <p:sp>
        <p:nvSpPr>
          <p:cNvPr id="671" name="Google Shape;671;p62"/>
          <p:cNvSpPr txBox="1">
            <a:spLocks noGrp="1"/>
          </p:cNvSpPr>
          <p:nvPr>
            <p:ph type="title" idx="4"/>
          </p:nvPr>
        </p:nvSpPr>
        <p:spPr>
          <a:xfrm>
            <a:off x="7453725" y="637675"/>
            <a:ext cx="360000" cy="360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a:endParaRPr/>
          </a:p>
        </p:txBody>
      </p:sp>
      <p:sp>
        <p:nvSpPr>
          <p:cNvPr id="672" name="Google Shape;672;p62"/>
          <p:cNvSpPr txBox="1">
            <a:spLocks noGrp="1"/>
          </p:cNvSpPr>
          <p:nvPr>
            <p:ph type="title" idx="5"/>
          </p:nvPr>
        </p:nvSpPr>
        <p:spPr>
          <a:xfrm>
            <a:off x="341975" y="637675"/>
            <a:ext cx="360000" cy="360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1pPr>
            <a:lvl2pPr lvl="1"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2pPr>
            <a:lvl3pPr lvl="2"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3pPr>
            <a:lvl4pPr lvl="3"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4pPr>
            <a:lvl5pPr lvl="4"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5pPr>
            <a:lvl6pPr lvl="5"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6pPr>
            <a:lvl7pPr lvl="6"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7pPr>
            <a:lvl8pPr lvl="7"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8pPr>
            <a:lvl9pPr lvl="8" algn="ctr">
              <a:lnSpc>
                <a:spcPct val="115000"/>
              </a:lnSpc>
              <a:spcBef>
                <a:spcPts val="0"/>
              </a:spcBef>
              <a:spcAft>
                <a:spcPts val="0"/>
              </a:spcAft>
              <a:buClr>
                <a:schemeClr val="lt1"/>
              </a:buClr>
              <a:buSzPts val="2800"/>
              <a:buNone/>
              <a:defRPr sz="1600">
                <a:solidFill>
                  <a:schemeClr val="lt1"/>
                </a:solidFill>
                <a:latin typeface="Hanken Grotesk"/>
                <a:ea typeface="Hanken Grotesk"/>
                <a:cs typeface="Hanken Grotesk"/>
                <a:sym typeface="Hanken Grotesk"/>
              </a:defRPr>
            </a:lvl9pPr>
          </a:lstStyle>
          <a:p>
            <a:endParaRPr/>
          </a:p>
        </p:txBody>
      </p:sp>
      <p:sp>
        <p:nvSpPr>
          <p:cNvPr id="673" name="Google Shape;673;p62"/>
          <p:cNvSpPr txBox="1">
            <a:spLocks noGrp="1"/>
          </p:cNvSpPr>
          <p:nvPr>
            <p:ph type="title" idx="6"/>
          </p:nvPr>
        </p:nvSpPr>
        <p:spPr>
          <a:xfrm>
            <a:off x="2184250" y="1183050"/>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674" name="Google Shape;674;p62"/>
          <p:cNvSpPr txBox="1">
            <a:spLocks noGrp="1"/>
          </p:cNvSpPr>
          <p:nvPr>
            <p:ph type="title" idx="7"/>
          </p:nvPr>
        </p:nvSpPr>
        <p:spPr>
          <a:xfrm>
            <a:off x="3962263" y="1183050"/>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675" name="Google Shape;675;p62"/>
          <p:cNvSpPr txBox="1">
            <a:spLocks noGrp="1"/>
          </p:cNvSpPr>
          <p:nvPr>
            <p:ph type="title" idx="8"/>
          </p:nvPr>
        </p:nvSpPr>
        <p:spPr>
          <a:xfrm>
            <a:off x="406525" y="1183050"/>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676" name="Google Shape;676;p62"/>
          <p:cNvSpPr txBox="1">
            <a:spLocks noGrp="1"/>
          </p:cNvSpPr>
          <p:nvPr>
            <p:ph type="title" idx="9"/>
          </p:nvPr>
        </p:nvSpPr>
        <p:spPr>
          <a:xfrm>
            <a:off x="5729600" y="1183050"/>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677" name="Google Shape;677;p62"/>
          <p:cNvSpPr txBox="1">
            <a:spLocks noGrp="1"/>
          </p:cNvSpPr>
          <p:nvPr>
            <p:ph type="title" idx="13"/>
          </p:nvPr>
        </p:nvSpPr>
        <p:spPr>
          <a:xfrm>
            <a:off x="7518138" y="1183050"/>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678" name="Google Shape;678;p62"/>
          <p:cNvSpPr txBox="1">
            <a:spLocks noGrp="1"/>
          </p:cNvSpPr>
          <p:nvPr>
            <p:ph type="body" idx="1"/>
          </p:nvPr>
        </p:nvSpPr>
        <p:spPr>
          <a:xfrm>
            <a:off x="223881" y="3318500"/>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79" name="Google Shape;679;p62"/>
          <p:cNvSpPr txBox="1">
            <a:spLocks noGrp="1"/>
          </p:cNvSpPr>
          <p:nvPr>
            <p:ph type="body" idx="14"/>
          </p:nvPr>
        </p:nvSpPr>
        <p:spPr>
          <a:xfrm>
            <a:off x="2004019" y="3316400"/>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0" name="Google Shape;680;p62"/>
          <p:cNvSpPr txBox="1">
            <a:spLocks noGrp="1"/>
          </p:cNvSpPr>
          <p:nvPr>
            <p:ph type="body" idx="15"/>
          </p:nvPr>
        </p:nvSpPr>
        <p:spPr>
          <a:xfrm>
            <a:off x="3781781" y="3317450"/>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1" name="Google Shape;681;p62"/>
          <p:cNvSpPr txBox="1">
            <a:spLocks noGrp="1"/>
          </p:cNvSpPr>
          <p:nvPr>
            <p:ph type="body" idx="16"/>
          </p:nvPr>
        </p:nvSpPr>
        <p:spPr>
          <a:xfrm>
            <a:off x="5559956" y="3315350"/>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2" name="Google Shape;682;p62"/>
          <p:cNvSpPr txBox="1">
            <a:spLocks noGrp="1"/>
          </p:cNvSpPr>
          <p:nvPr>
            <p:ph type="body" idx="17"/>
          </p:nvPr>
        </p:nvSpPr>
        <p:spPr>
          <a:xfrm>
            <a:off x="7341056" y="3315350"/>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3" name="Google Shape;683;p62"/>
          <p:cNvSpPr txBox="1">
            <a:spLocks noGrp="1"/>
          </p:cNvSpPr>
          <p:nvPr>
            <p:ph type="body" idx="18"/>
          </p:nvPr>
        </p:nvSpPr>
        <p:spPr>
          <a:xfrm>
            <a:off x="223881" y="4143425"/>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4" name="Google Shape;684;p62"/>
          <p:cNvSpPr txBox="1">
            <a:spLocks noGrp="1"/>
          </p:cNvSpPr>
          <p:nvPr>
            <p:ph type="body" idx="19"/>
          </p:nvPr>
        </p:nvSpPr>
        <p:spPr>
          <a:xfrm>
            <a:off x="2004019" y="4143425"/>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5" name="Google Shape;685;p62"/>
          <p:cNvSpPr txBox="1">
            <a:spLocks noGrp="1"/>
          </p:cNvSpPr>
          <p:nvPr>
            <p:ph type="body" idx="20"/>
          </p:nvPr>
        </p:nvSpPr>
        <p:spPr>
          <a:xfrm>
            <a:off x="3781781" y="4143425"/>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6" name="Google Shape;686;p62"/>
          <p:cNvSpPr txBox="1">
            <a:spLocks noGrp="1"/>
          </p:cNvSpPr>
          <p:nvPr>
            <p:ph type="body" idx="21"/>
          </p:nvPr>
        </p:nvSpPr>
        <p:spPr>
          <a:xfrm>
            <a:off x="5559956" y="4143425"/>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7" name="Google Shape;687;p62"/>
          <p:cNvSpPr txBox="1">
            <a:spLocks noGrp="1"/>
          </p:cNvSpPr>
          <p:nvPr>
            <p:ph type="body" idx="22"/>
          </p:nvPr>
        </p:nvSpPr>
        <p:spPr>
          <a:xfrm>
            <a:off x="7341056" y="4143425"/>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88" name="Google Shape;688;p62"/>
          <p:cNvSpPr txBox="1">
            <a:spLocks noGrp="1"/>
          </p:cNvSpPr>
          <p:nvPr>
            <p:ph type="title" idx="23"/>
          </p:nvPr>
        </p:nvSpPr>
        <p:spPr>
          <a:xfrm>
            <a:off x="3782413" y="1925063"/>
            <a:ext cx="1778700" cy="651900"/>
          </a:xfrm>
          <a:prstGeom prst="rect">
            <a:avLst/>
          </a:prstGeom>
        </p:spPr>
        <p:txBody>
          <a:bodyPr spcFirstLastPara="1" wrap="square" lIns="108000" tIns="0" rIns="10800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689" name="Google Shape;689;p62"/>
          <p:cNvSpPr txBox="1">
            <a:spLocks noGrp="1"/>
          </p:cNvSpPr>
          <p:nvPr>
            <p:ph type="title" idx="24"/>
          </p:nvPr>
        </p:nvSpPr>
        <p:spPr>
          <a:xfrm>
            <a:off x="2004613" y="1924013"/>
            <a:ext cx="1778700" cy="651900"/>
          </a:xfrm>
          <a:prstGeom prst="rect">
            <a:avLst/>
          </a:prstGeom>
        </p:spPr>
        <p:txBody>
          <a:bodyPr spcFirstLastPara="1" wrap="square" lIns="108000" tIns="0" rIns="10800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690" name="Google Shape;690;p62"/>
          <p:cNvSpPr txBox="1">
            <a:spLocks noGrp="1"/>
          </p:cNvSpPr>
          <p:nvPr>
            <p:ph type="title" idx="25"/>
          </p:nvPr>
        </p:nvSpPr>
        <p:spPr>
          <a:xfrm>
            <a:off x="227650" y="1926113"/>
            <a:ext cx="1778700" cy="651900"/>
          </a:xfrm>
          <a:prstGeom prst="rect">
            <a:avLst/>
          </a:prstGeom>
        </p:spPr>
        <p:txBody>
          <a:bodyPr spcFirstLastPara="1" wrap="square" lIns="108000" tIns="0" rIns="10800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691" name="Google Shape;691;p62"/>
          <p:cNvSpPr txBox="1">
            <a:spLocks noGrp="1"/>
          </p:cNvSpPr>
          <p:nvPr>
            <p:ph type="title" idx="26"/>
          </p:nvPr>
        </p:nvSpPr>
        <p:spPr>
          <a:xfrm>
            <a:off x="7340875" y="1922963"/>
            <a:ext cx="1778700" cy="651900"/>
          </a:xfrm>
          <a:prstGeom prst="rect">
            <a:avLst/>
          </a:prstGeom>
        </p:spPr>
        <p:txBody>
          <a:bodyPr spcFirstLastPara="1" wrap="square" lIns="108000" tIns="0" rIns="10800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692" name="Google Shape;692;p62"/>
          <p:cNvSpPr txBox="1">
            <a:spLocks noGrp="1"/>
          </p:cNvSpPr>
          <p:nvPr>
            <p:ph type="title" idx="27"/>
          </p:nvPr>
        </p:nvSpPr>
        <p:spPr>
          <a:xfrm>
            <a:off x="5559375" y="1922963"/>
            <a:ext cx="1778700" cy="651900"/>
          </a:xfrm>
          <a:prstGeom prst="rect">
            <a:avLst/>
          </a:prstGeom>
        </p:spPr>
        <p:txBody>
          <a:bodyPr spcFirstLastPara="1" wrap="square" lIns="108000" tIns="0" rIns="10800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693" name="Google Shape;693;p62"/>
          <p:cNvSpPr txBox="1">
            <a:spLocks noGrp="1"/>
          </p:cNvSpPr>
          <p:nvPr>
            <p:ph type="subTitle" idx="28"/>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694" name="Google Shape;694;p62"/>
          <p:cNvSpPr txBox="1">
            <a:spLocks noGrp="1"/>
          </p:cNvSpPr>
          <p:nvPr>
            <p:ph type="body" idx="29"/>
          </p:nvPr>
        </p:nvSpPr>
        <p:spPr>
          <a:xfrm>
            <a:off x="223881" y="2490413"/>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95" name="Google Shape;695;p62"/>
          <p:cNvSpPr txBox="1">
            <a:spLocks noGrp="1"/>
          </p:cNvSpPr>
          <p:nvPr>
            <p:ph type="body" idx="30"/>
          </p:nvPr>
        </p:nvSpPr>
        <p:spPr>
          <a:xfrm>
            <a:off x="2004019" y="2488313"/>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96" name="Google Shape;696;p62"/>
          <p:cNvSpPr txBox="1">
            <a:spLocks noGrp="1"/>
          </p:cNvSpPr>
          <p:nvPr>
            <p:ph type="body" idx="31"/>
          </p:nvPr>
        </p:nvSpPr>
        <p:spPr>
          <a:xfrm>
            <a:off x="3781781" y="2489363"/>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97" name="Google Shape;697;p62"/>
          <p:cNvSpPr txBox="1">
            <a:spLocks noGrp="1"/>
          </p:cNvSpPr>
          <p:nvPr>
            <p:ph type="body" idx="32"/>
          </p:nvPr>
        </p:nvSpPr>
        <p:spPr>
          <a:xfrm>
            <a:off x="5559956" y="2487263"/>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698" name="Google Shape;698;p62"/>
          <p:cNvSpPr txBox="1">
            <a:spLocks noGrp="1"/>
          </p:cNvSpPr>
          <p:nvPr>
            <p:ph type="body" idx="33"/>
          </p:nvPr>
        </p:nvSpPr>
        <p:spPr>
          <a:xfrm>
            <a:off x="7341056" y="2487263"/>
            <a:ext cx="1778400" cy="651600"/>
          </a:xfrm>
          <a:prstGeom prst="rect">
            <a:avLst/>
          </a:prstGeom>
        </p:spPr>
        <p:txBody>
          <a:bodyPr spcFirstLastPara="1" wrap="square" lIns="108000" tIns="54000" rIns="10800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Graphics 1">
  <p:cSld name="CUSTOM_7_1_1_1_1_1_1_1_1_1_1_1_1_1_1_1_1_7">
    <p:spTree>
      <p:nvGrpSpPr>
        <p:cNvPr id="1" name="Shape 699"/>
        <p:cNvGrpSpPr/>
        <p:nvPr/>
      </p:nvGrpSpPr>
      <p:grpSpPr>
        <a:xfrm>
          <a:off x="0" y="0"/>
          <a:ext cx="0" cy="0"/>
          <a:chOff x="0" y="0"/>
          <a:chExt cx="0" cy="0"/>
        </a:xfrm>
      </p:grpSpPr>
      <p:sp>
        <p:nvSpPr>
          <p:cNvPr id="700" name="Google Shape;700;p63"/>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701" name="Google Shape;701;p63"/>
          <p:cNvSpPr txBox="1">
            <a:spLocks noGrp="1"/>
          </p:cNvSpPr>
          <p:nvPr>
            <p:ph type="title"/>
          </p:nvPr>
        </p:nvSpPr>
        <p:spPr>
          <a:xfrm>
            <a:off x="594025" y="539600"/>
            <a:ext cx="7196700" cy="576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a:endParaRPr/>
          </a:p>
        </p:txBody>
      </p:sp>
      <p:cxnSp>
        <p:nvCxnSpPr>
          <p:cNvPr id="702" name="Google Shape;702;p63"/>
          <p:cNvCxnSpPr/>
          <p:nvPr/>
        </p:nvCxnSpPr>
        <p:spPr>
          <a:xfrm rot="10800000">
            <a:off x="1721971" y="1322379"/>
            <a:ext cx="0" cy="3222900"/>
          </a:xfrm>
          <a:prstGeom prst="straightConnector1">
            <a:avLst/>
          </a:prstGeom>
          <a:noFill/>
          <a:ln w="9525" cap="flat" cmpd="sng">
            <a:solidFill>
              <a:schemeClr val="dk1"/>
            </a:solidFill>
            <a:prstDash val="dot"/>
            <a:round/>
            <a:headEnd type="none" w="sm" len="sm"/>
            <a:tailEnd type="none" w="sm" len="sm"/>
          </a:ln>
        </p:spPr>
      </p:cxnSp>
      <p:cxnSp>
        <p:nvCxnSpPr>
          <p:cNvPr id="703" name="Google Shape;703;p63"/>
          <p:cNvCxnSpPr/>
          <p:nvPr/>
        </p:nvCxnSpPr>
        <p:spPr>
          <a:xfrm rot="10800000">
            <a:off x="3185875" y="1321065"/>
            <a:ext cx="0" cy="3222900"/>
          </a:xfrm>
          <a:prstGeom prst="straightConnector1">
            <a:avLst/>
          </a:prstGeom>
          <a:noFill/>
          <a:ln w="9525" cap="flat" cmpd="sng">
            <a:solidFill>
              <a:schemeClr val="dk1"/>
            </a:solidFill>
            <a:prstDash val="dot"/>
            <a:round/>
            <a:headEnd type="none" w="sm" len="sm"/>
            <a:tailEnd type="none" w="sm" len="sm"/>
          </a:ln>
        </p:spPr>
      </p:cxnSp>
      <p:cxnSp>
        <p:nvCxnSpPr>
          <p:cNvPr id="704" name="Google Shape;704;p63"/>
          <p:cNvCxnSpPr/>
          <p:nvPr/>
        </p:nvCxnSpPr>
        <p:spPr>
          <a:xfrm rot="10800000">
            <a:off x="4620526" y="1322379"/>
            <a:ext cx="0" cy="3222900"/>
          </a:xfrm>
          <a:prstGeom prst="straightConnector1">
            <a:avLst/>
          </a:prstGeom>
          <a:noFill/>
          <a:ln w="9525" cap="flat" cmpd="sng">
            <a:solidFill>
              <a:schemeClr val="dk1"/>
            </a:solidFill>
            <a:prstDash val="dot"/>
            <a:round/>
            <a:headEnd type="none" w="sm" len="sm"/>
            <a:tailEnd type="none" w="sm" len="sm"/>
          </a:ln>
        </p:spPr>
      </p:cxnSp>
      <p:cxnSp>
        <p:nvCxnSpPr>
          <p:cNvPr id="705" name="Google Shape;705;p63"/>
          <p:cNvCxnSpPr/>
          <p:nvPr/>
        </p:nvCxnSpPr>
        <p:spPr>
          <a:xfrm rot="10800000">
            <a:off x="6053808" y="1322379"/>
            <a:ext cx="0" cy="3222900"/>
          </a:xfrm>
          <a:prstGeom prst="straightConnector1">
            <a:avLst/>
          </a:prstGeom>
          <a:noFill/>
          <a:ln w="9525" cap="flat" cmpd="sng">
            <a:solidFill>
              <a:schemeClr val="dk1"/>
            </a:solidFill>
            <a:prstDash val="dot"/>
            <a:round/>
            <a:headEnd type="none" w="sm" len="sm"/>
            <a:tailEnd type="none" w="sm" len="sm"/>
          </a:ln>
        </p:spPr>
      </p:cxnSp>
      <p:cxnSp>
        <p:nvCxnSpPr>
          <p:cNvPr id="706" name="Google Shape;706;p63"/>
          <p:cNvCxnSpPr/>
          <p:nvPr/>
        </p:nvCxnSpPr>
        <p:spPr>
          <a:xfrm rot="10800000">
            <a:off x="7487809" y="1321073"/>
            <a:ext cx="0" cy="3222900"/>
          </a:xfrm>
          <a:prstGeom prst="straightConnector1">
            <a:avLst/>
          </a:prstGeom>
          <a:noFill/>
          <a:ln w="9525" cap="flat" cmpd="sng">
            <a:solidFill>
              <a:schemeClr val="dk1"/>
            </a:solidFill>
            <a:prstDash val="dot"/>
            <a:round/>
            <a:headEnd type="none" w="sm" len="sm"/>
            <a:tailEnd type="none" w="sm" len="sm"/>
          </a:ln>
        </p:spPr>
      </p:cxnSp>
      <p:cxnSp>
        <p:nvCxnSpPr>
          <p:cNvPr id="707" name="Google Shape;707;p63"/>
          <p:cNvCxnSpPr/>
          <p:nvPr/>
        </p:nvCxnSpPr>
        <p:spPr>
          <a:xfrm rot="10800000">
            <a:off x="997162" y="4125842"/>
            <a:ext cx="7531800" cy="0"/>
          </a:xfrm>
          <a:prstGeom prst="straightConnector1">
            <a:avLst/>
          </a:prstGeom>
          <a:noFill/>
          <a:ln w="9525" cap="flat" cmpd="sng">
            <a:solidFill>
              <a:schemeClr val="dk1"/>
            </a:solidFill>
            <a:prstDash val="dot"/>
            <a:round/>
            <a:headEnd type="none" w="sm" len="sm"/>
            <a:tailEnd type="none" w="sm" len="sm"/>
          </a:ln>
        </p:spPr>
      </p:cxnSp>
      <p:cxnSp>
        <p:nvCxnSpPr>
          <p:cNvPr id="708" name="Google Shape;708;p63"/>
          <p:cNvCxnSpPr/>
          <p:nvPr/>
        </p:nvCxnSpPr>
        <p:spPr>
          <a:xfrm rot="10800000">
            <a:off x="997162" y="3532492"/>
            <a:ext cx="7531800" cy="0"/>
          </a:xfrm>
          <a:prstGeom prst="straightConnector1">
            <a:avLst/>
          </a:prstGeom>
          <a:noFill/>
          <a:ln w="9525" cap="flat" cmpd="sng">
            <a:solidFill>
              <a:schemeClr val="dk1"/>
            </a:solidFill>
            <a:prstDash val="dot"/>
            <a:round/>
            <a:headEnd type="none" w="sm" len="sm"/>
            <a:tailEnd type="none" w="sm" len="sm"/>
          </a:ln>
        </p:spPr>
      </p:cxnSp>
      <p:cxnSp>
        <p:nvCxnSpPr>
          <p:cNvPr id="709" name="Google Shape;709;p63"/>
          <p:cNvCxnSpPr/>
          <p:nvPr/>
        </p:nvCxnSpPr>
        <p:spPr>
          <a:xfrm rot="10800000">
            <a:off x="997162" y="2933172"/>
            <a:ext cx="7531800" cy="0"/>
          </a:xfrm>
          <a:prstGeom prst="straightConnector1">
            <a:avLst/>
          </a:prstGeom>
          <a:noFill/>
          <a:ln w="9525" cap="flat" cmpd="sng">
            <a:solidFill>
              <a:schemeClr val="dk1"/>
            </a:solidFill>
            <a:prstDash val="dot"/>
            <a:round/>
            <a:headEnd type="none" w="sm" len="sm"/>
            <a:tailEnd type="none" w="sm" len="sm"/>
          </a:ln>
        </p:spPr>
      </p:cxnSp>
      <p:cxnSp>
        <p:nvCxnSpPr>
          <p:cNvPr id="710" name="Google Shape;710;p63"/>
          <p:cNvCxnSpPr/>
          <p:nvPr/>
        </p:nvCxnSpPr>
        <p:spPr>
          <a:xfrm rot="10800000">
            <a:off x="997162" y="2335841"/>
            <a:ext cx="7531800" cy="0"/>
          </a:xfrm>
          <a:prstGeom prst="straightConnector1">
            <a:avLst/>
          </a:prstGeom>
          <a:noFill/>
          <a:ln w="9525" cap="flat" cmpd="sng">
            <a:solidFill>
              <a:schemeClr val="dk1"/>
            </a:solidFill>
            <a:prstDash val="dot"/>
            <a:round/>
            <a:headEnd type="none" w="sm" len="sm"/>
            <a:tailEnd type="none" w="sm" len="sm"/>
          </a:ln>
        </p:spPr>
      </p:cxnSp>
      <p:cxnSp>
        <p:nvCxnSpPr>
          <p:cNvPr id="711" name="Google Shape;711;p63"/>
          <p:cNvCxnSpPr/>
          <p:nvPr/>
        </p:nvCxnSpPr>
        <p:spPr>
          <a:xfrm rot="10800000">
            <a:off x="997162" y="1737130"/>
            <a:ext cx="7531800" cy="0"/>
          </a:xfrm>
          <a:prstGeom prst="straightConnector1">
            <a:avLst/>
          </a:prstGeom>
          <a:noFill/>
          <a:ln w="9525" cap="flat" cmpd="sng">
            <a:solidFill>
              <a:schemeClr val="dk1"/>
            </a:solidFill>
            <a:prstDash val="dot"/>
            <a:round/>
            <a:headEnd type="none" w="sm" len="sm"/>
            <a:tailEnd type="none" w="sm" len="sm"/>
          </a:ln>
        </p:spPr>
      </p:cxnSp>
      <p:cxnSp>
        <p:nvCxnSpPr>
          <p:cNvPr id="712" name="Google Shape;712;p63"/>
          <p:cNvCxnSpPr/>
          <p:nvPr/>
        </p:nvCxnSpPr>
        <p:spPr>
          <a:xfrm rot="10800000">
            <a:off x="997686" y="4545103"/>
            <a:ext cx="7531800" cy="0"/>
          </a:xfrm>
          <a:prstGeom prst="straightConnector1">
            <a:avLst/>
          </a:prstGeom>
          <a:noFill/>
          <a:ln w="9525" cap="flat" cmpd="sng">
            <a:solidFill>
              <a:schemeClr val="dk1"/>
            </a:solidFill>
            <a:prstDash val="solid"/>
            <a:round/>
            <a:headEnd type="none" w="sm" len="sm"/>
            <a:tailEnd type="none" w="sm" len="sm"/>
          </a:ln>
        </p:spPr>
      </p:cxnSp>
      <p:cxnSp>
        <p:nvCxnSpPr>
          <p:cNvPr id="713" name="Google Shape;713;p63"/>
          <p:cNvCxnSpPr/>
          <p:nvPr/>
        </p:nvCxnSpPr>
        <p:spPr>
          <a:xfrm rot="10800000">
            <a:off x="997311" y="1316605"/>
            <a:ext cx="0" cy="3234000"/>
          </a:xfrm>
          <a:prstGeom prst="straightConnector1">
            <a:avLst/>
          </a:prstGeom>
          <a:noFill/>
          <a:ln w="9525" cap="flat" cmpd="sng">
            <a:solidFill>
              <a:schemeClr val="dk1"/>
            </a:solidFill>
            <a:prstDash val="solid"/>
            <a:round/>
            <a:headEnd type="none" w="sm" len="sm"/>
            <a:tailEnd type="none" w="sm" len="sm"/>
          </a:ln>
        </p:spPr>
      </p:cxnSp>
      <p:sp>
        <p:nvSpPr>
          <p:cNvPr id="714" name="Google Shape;714;p63"/>
          <p:cNvSpPr txBox="1">
            <a:spLocks noGrp="1"/>
          </p:cNvSpPr>
          <p:nvPr>
            <p:ph type="subTitle" idx="2"/>
          </p:nvPr>
        </p:nvSpPr>
        <p:spPr>
          <a:xfrm>
            <a:off x="1730075" y="4545279"/>
            <a:ext cx="1037400" cy="3753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15" name="Google Shape;715;p63"/>
          <p:cNvSpPr txBox="1">
            <a:spLocks noGrp="1"/>
          </p:cNvSpPr>
          <p:nvPr>
            <p:ph type="subTitle" idx="3"/>
          </p:nvPr>
        </p:nvSpPr>
        <p:spPr>
          <a:xfrm>
            <a:off x="3165294" y="4545279"/>
            <a:ext cx="1037400" cy="3753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16" name="Google Shape;716;p63"/>
          <p:cNvSpPr txBox="1">
            <a:spLocks noGrp="1"/>
          </p:cNvSpPr>
          <p:nvPr>
            <p:ph type="subTitle" idx="4"/>
          </p:nvPr>
        </p:nvSpPr>
        <p:spPr>
          <a:xfrm>
            <a:off x="4611461" y="4545279"/>
            <a:ext cx="1037400" cy="3753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17" name="Google Shape;717;p63"/>
          <p:cNvSpPr txBox="1">
            <a:spLocks noGrp="1"/>
          </p:cNvSpPr>
          <p:nvPr>
            <p:ph type="subTitle" idx="5"/>
          </p:nvPr>
        </p:nvSpPr>
        <p:spPr>
          <a:xfrm>
            <a:off x="7490421" y="4545279"/>
            <a:ext cx="1037400" cy="3753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18" name="Google Shape;718;p63"/>
          <p:cNvSpPr txBox="1">
            <a:spLocks noGrp="1"/>
          </p:cNvSpPr>
          <p:nvPr>
            <p:ph type="subTitle" idx="6"/>
          </p:nvPr>
        </p:nvSpPr>
        <p:spPr>
          <a:xfrm>
            <a:off x="6052173" y="4545279"/>
            <a:ext cx="1037400" cy="375300"/>
          </a:xfrm>
          <a:prstGeom prst="rect">
            <a:avLst/>
          </a:prstGeom>
        </p:spPr>
        <p:txBody>
          <a:bodyPr spcFirstLastPara="1" wrap="square" lIns="0" tIns="54000" rIns="0" bIns="0" anchor="t" anchorCtr="0">
            <a:normAutofit/>
          </a:bodyPr>
          <a:lstStyle>
            <a:lvl1pPr lvl="0">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19" name="Google Shape;719;p63"/>
          <p:cNvSpPr txBox="1">
            <a:spLocks noGrp="1"/>
          </p:cNvSpPr>
          <p:nvPr>
            <p:ph type="subTitle" idx="7"/>
          </p:nvPr>
        </p:nvSpPr>
        <p:spPr>
          <a:xfrm>
            <a:off x="286936" y="3435204"/>
            <a:ext cx="632700" cy="1914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20" name="Google Shape;720;p63"/>
          <p:cNvSpPr txBox="1">
            <a:spLocks noGrp="1"/>
          </p:cNvSpPr>
          <p:nvPr>
            <p:ph type="subTitle" idx="8"/>
          </p:nvPr>
        </p:nvSpPr>
        <p:spPr>
          <a:xfrm>
            <a:off x="286936" y="4047421"/>
            <a:ext cx="632700" cy="1914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21" name="Google Shape;721;p63"/>
          <p:cNvSpPr txBox="1">
            <a:spLocks noGrp="1"/>
          </p:cNvSpPr>
          <p:nvPr>
            <p:ph type="subTitle" idx="9"/>
          </p:nvPr>
        </p:nvSpPr>
        <p:spPr>
          <a:xfrm>
            <a:off x="286936" y="2240202"/>
            <a:ext cx="632700" cy="1914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22" name="Google Shape;722;p63"/>
          <p:cNvSpPr txBox="1">
            <a:spLocks noGrp="1"/>
          </p:cNvSpPr>
          <p:nvPr>
            <p:ph type="subTitle" idx="13"/>
          </p:nvPr>
        </p:nvSpPr>
        <p:spPr>
          <a:xfrm>
            <a:off x="286936" y="2859829"/>
            <a:ext cx="632700" cy="1914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
        <p:nvSpPr>
          <p:cNvPr id="723" name="Google Shape;723;p63"/>
          <p:cNvSpPr txBox="1">
            <a:spLocks noGrp="1"/>
          </p:cNvSpPr>
          <p:nvPr>
            <p:ph type="subTitle" idx="14"/>
          </p:nvPr>
        </p:nvSpPr>
        <p:spPr>
          <a:xfrm>
            <a:off x="286936" y="1641475"/>
            <a:ext cx="632700" cy="1914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800"/>
              <a:buFont typeface="Hanken Grotesk"/>
              <a:buNone/>
              <a:defRPr sz="800" b="1"/>
            </a:lvl1pPr>
            <a:lvl2pPr lvl="1">
              <a:spcBef>
                <a:spcPts val="0"/>
              </a:spcBef>
              <a:spcAft>
                <a:spcPts val="0"/>
              </a:spcAft>
              <a:buSzPts val="800"/>
              <a:buFont typeface="Hanken Grotesk"/>
              <a:buNone/>
              <a:defRPr sz="800" b="1"/>
            </a:lvl2pPr>
            <a:lvl3pPr lvl="2">
              <a:spcBef>
                <a:spcPts val="0"/>
              </a:spcBef>
              <a:spcAft>
                <a:spcPts val="0"/>
              </a:spcAft>
              <a:buSzPts val="800"/>
              <a:buFont typeface="Hanken Grotesk"/>
              <a:buNone/>
              <a:defRPr sz="800" b="1"/>
            </a:lvl3pPr>
            <a:lvl4pPr lvl="3">
              <a:spcBef>
                <a:spcPts val="0"/>
              </a:spcBef>
              <a:spcAft>
                <a:spcPts val="0"/>
              </a:spcAft>
              <a:buSzPts val="800"/>
              <a:buFont typeface="Hanken Grotesk"/>
              <a:buNone/>
              <a:defRPr sz="800" b="1"/>
            </a:lvl4pPr>
            <a:lvl5pPr lvl="4">
              <a:spcBef>
                <a:spcPts val="0"/>
              </a:spcBef>
              <a:spcAft>
                <a:spcPts val="0"/>
              </a:spcAft>
              <a:buSzPts val="800"/>
              <a:buFont typeface="Hanken Grotesk"/>
              <a:buNone/>
              <a:defRPr sz="800" b="1"/>
            </a:lvl5pPr>
            <a:lvl6pPr lvl="5">
              <a:spcBef>
                <a:spcPts val="0"/>
              </a:spcBef>
              <a:spcAft>
                <a:spcPts val="0"/>
              </a:spcAft>
              <a:buSzPts val="800"/>
              <a:buFont typeface="Hanken Grotesk"/>
              <a:buNone/>
              <a:defRPr sz="800" b="1"/>
            </a:lvl6pPr>
            <a:lvl7pPr lvl="6">
              <a:spcBef>
                <a:spcPts val="0"/>
              </a:spcBef>
              <a:spcAft>
                <a:spcPts val="0"/>
              </a:spcAft>
              <a:buSzPts val="800"/>
              <a:buFont typeface="Hanken Grotesk"/>
              <a:buNone/>
              <a:defRPr sz="800" b="1"/>
            </a:lvl7pPr>
            <a:lvl8pPr lvl="7">
              <a:spcBef>
                <a:spcPts val="0"/>
              </a:spcBef>
              <a:spcAft>
                <a:spcPts val="0"/>
              </a:spcAft>
              <a:buSzPts val="800"/>
              <a:buFont typeface="Hanken Grotesk"/>
              <a:buNone/>
              <a:defRPr sz="800" b="1"/>
            </a:lvl8pPr>
            <a:lvl9pPr lvl="8">
              <a:spcBef>
                <a:spcPts val="0"/>
              </a:spcBef>
              <a:spcAft>
                <a:spcPts val="0"/>
              </a:spcAft>
              <a:buSzPts val="800"/>
              <a:buFont typeface="Hanken Grotesk"/>
              <a:buNone/>
              <a:defRPr sz="800" b="1"/>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Graphics 2">
  <p:cSld name="CUSTOM_7_1_1_1_1_1_1_1_1_1_1_1_1_1_1_1_1_8">
    <p:bg>
      <p:bgPr>
        <a:solidFill>
          <a:schemeClr val="dk2"/>
        </a:solidFill>
        <a:effectLst/>
      </p:bgPr>
    </p:bg>
    <p:spTree>
      <p:nvGrpSpPr>
        <p:cNvPr id="1" name="Shape 724"/>
        <p:cNvGrpSpPr/>
        <p:nvPr/>
      </p:nvGrpSpPr>
      <p:grpSpPr>
        <a:xfrm>
          <a:off x="0" y="0"/>
          <a:ext cx="0" cy="0"/>
          <a:chOff x="0" y="0"/>
          <a:chExt cx="0" cy="0"/>
        </a:xfrm>
      </p:grpSpPr>
      <p:sp>
        <p:nvSpPr>
          <p:cNvPr id="725" name="Google Shape;725;p64"/>
          <p:cNvSpPr txBox="1">
            <a:spLocks noGrp="1"/>
          </p:cNvSpPr>
          <p:nvPr>
            <p:ph type="body" idx="1"/>
          </p:nvPr>
        </p:nvSpPr>
        <p:spPr>
          <a:xfrm>
            <a:off x="6832625" y="4360925"/>
            <a:ext cx="2120400" cy="496800"/>
          </a:xfrm>
          <a:prstGeom prst="rect">
            <a:avLst/>
          </a:prstGeom>
        </p:spPr>
        <p:txBody>
          <a:bodyPr spcFirstLastPara="1" wrap="square" lIns="180000" tIns="54000" rIns="180000"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26" name="Google Shape;726;p64"/>
          <p:cNvSpPr txBox="1">
            <a:spLocks noGrp="1"/>
          </p:cNvSpPr>
          <p:nvPr>
            <p:ph type="body" idx="2"/>
          </p:nvPr>
        </p:nvSpPr>
        <p:spPr>
          <a:xfrm>
            <a:off x="4619575" y="4360925"/>
            <a:ext cx="2120400" cy="496800"/>
          </a:xfrm>
          <a:prstGeom prst="rect">
            <a:avLst/>
          </a:prstGeom>
        </p:spPr>
        <p:txBody>
          <a:bodyPr spcFirstLastPara="1" wrap="square" lIns="180000" tIns="54000" rIns="180000"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27" name="Google Shape;727;p64"/>
          <p:cNvSpPr txBox="1">
            <a:spLocks noGrp="1"/>
          </p:cNvSpPr>
          <p:nvPr>
            <p:ph type="body" idx="3"/>
          </p:nvPr>
        </p:nvSpPr>
        <p:spPr>
          <a:xfrm>
            <a:off x="2406525" y="4360925"/>
            <a:ext cx="2120400" cy="496800"/>
          </a:xfrm>
          <a:prstGeom prst="rect">
            <a:avLst/>
          </a:prstGeom>
        </p:spPr>
        <p:txBody>
          <a:bodyPr spcFirstLastPara="1" wrap="square" lIns="180000" tIns="54000" rIns="180000"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28" name="Google Shape;728;p64"/>
          <p:cNvSpPr txBox="1">
            <a:spLocks noGrp="1"/>
          </p:cNvSpPr>
          <p:nvPr>
            <p:ph type="body" idx="4"/>
          </p:nvPr>
        </p:nvSpPr>
        <p:spPr>
          <a:xfrm>
            <a:off x="193475" y="4360925"/>
            <a:ext cx="2120400" cy="496800"/>
          </a:xfrm>
          <a:prstGeom prst="rect">
            <a:avLst/>
          </a:prstGeom>
        </p:spPr>
        <p:txBody>
          <a:bodyPr spcFirstLastPara="1" wrap="square" lIns="180000" tIns="54000" rIns="180000"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29" name="Google Shape;729;p64"/>
          <p:cNvSpPr txBox="1">
            <a:spLocks noGrp="1"/>
          </p:cNvSpPr>
          <p:nvPr>
            <p:ph type="body" idx="5"/>
          </p:nvPr>
        </p:nvSpPr>
        <p:spPr>
          <a:xfrm>
            <a:off x="6831375" y="2557613"/>
            <a:ext cx="2120400" cy="496800"/>
          </a:xfrm>
          <a:prstGeom prst="rect">
            <a:avLst/>
          </a:prstGeom>
        </p:spPr>
        <p:txBody>
          <a:bodyPr spcFirstLastPara="1" wrap="square" lIns="180000" tIns="54000" rIns="180000"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30" name="Google Shape;730;p64"/>
          <p:cNvSpPr txBox="1">
            <a:spLocks noGrp="1"/>
          </p:cNvSpPr>
          <p:nvPr>
            <p:ph type="body" idx="6"/>
          </p:nvPr>
        </p:nvSpPr>
        <p:spPr>
          <a:xfrm>
            <a:off x="4618325" y="2557613"/>
            <a:ext cx="2120400" cy="496800"/>
          </a:xfrm>
          <a:prstGeom prst="rect">
            <a:avLst/>
          </a:prstGeom>
        </p:spPr>
        <p:txBody>
          <a:bodyPr spcFirstLastPara="1" wrap="square" lIns="180000" tIns="54000" rIns="180000"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31" name="Google Shape;731;p64"/>
          <p:cNvSpPr txBox="1">
            <a:spLocks noGrp="1"/>
          </p:cNvSpPr>
          <p:nvPr>
            <p:ph type="body" idx="7"/>
          </p:nvPr>
        </p:nvSpPr>
        <p:spPr>
          <a:xfrm>
            <a:off x="2405275" y="2557613"/>
            <a:ext cx="2120400" cy="496800"/>
          </a:xfrm>
          <a:prstGeom prst="rect">
            <a:avLst/>
          </a:prstGeom>
        </p:spPr>
        <p:txBody>
          <a:bodyPr spcFirstLastPara="1" wrap="square" lIns="180000" tIns="54000" rIns="180000"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32" name="Google Shape;732;p64"/>
          <p:cNvSpPr txBox="1">
            <a:spLocks noGrp="1"/>
          </p:cNvSpPr>
          <p:nvPr>
            <p:ph type="body" idx="8"/>
          </p:nvPr>
        </p:nvSpPr>
        <p:spPr>
          <a:xfrm>
            <a:off x="192225" y="2557613"/>
            <a:ext cx="2120400" cy="496800"/>
          </a:xfrm>
          <a:prstGeom prst="rect">
            <a:avLst/>
          </a:prstGeom>
        </p:spPr>
        <p:txBody>
          <a:bodyPr spcFirstLastPara="1" wrap="square" lIns="180000" tIns="54000" rIns="180000"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33" name="Google Shape;733;p64"/>
          <p:cNvSpPr txBox="1">
            <a:spLocks noGrp="1"/>
          </p:cNvSpPr>
          <p:nvPr>
            <p:ph type="title"/>
          </p:nvPr>
        </p:nvSpPr>
        <p:spPr>
          <a:xfrm>
            <a:off x="594025" y="539600"/>
            <a:ext cx="7196700" cy="576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a:endParaRPr/>
          </a:p>
        </p:txBody>
      </p:sp>
      <p:sp>
        <p:nvSpPr>
          <p:cNvPr id="734" name="Google Shape;734;p64"/>
          <p:cNvSpPr txBox="1">
            <a:spLocks noGrp="1"/>
          </p:cNvSpPr>
          <p:nvPr>
            <p:ph type="subTitle" idx="9"/>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735" name="Google Shape;735;p64"/>
          <p:cNvSpPr txBox="1">
            <a:spLocks noGrp="1"/>
          </p:cNvSpPr>
          <p:nvPr>
            <p:ph type="title" idx="13"/>
          </p:nvPr>
        </p:nvSpPr>
        <p:spPr>
          <a:xfrm>
            <a:off x="6996850" y="1364806"/>
            <a:ext cx="1839600" cy="770400"/>
          </a:xfrm>
          <a:prstGeom prst="rect">
            <a:avLst/>
          </a:prstGeom>
        </p:spPr>
        <p:txBody>
          <a:bodyPr spcFirstLastPara="1" wrap="square" lIns="0" tIns="0" rIns="0" bIns="0" anchor="t" anchorCtr="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a:endParaRPr/>
          </a:p>
        </p:txBody>
      </p:sp>
      <p:sp>
        <p:nvSpPr>
          <p:cNvPr id="736" name="Google Shape;736;p64"/>
          <p:cNvSpPr txBox="1">
            <a:spLocks noGrp="1"/>
          </p:cNvSpPr>
          <p:nvPr>
            <p:ph type="title" idx="14"/>
          </p:nvPr>
        </p:nvSpPr>
        <p:spPr>
          <a:xfrm>
            <a:off x="4783238" y="1364806"/>
            <a:ext cx="1839600" cy="770400"/>
          </a:xfrm>
          <a:prstGeom prst="rect">
            <a:avLst/>
          </a:prstGeom>
        </p:spPr>
        <p:txBody>
          <a:bodyPr spcFirstLastPara="1" wrap="square" lIns="0" tIns="0" rIns="0" bIns="0" anchor="t" anchorCtr="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a:endParaRPr/>
          </a:p>
        </p:txBody>
      </p:sp>
      <p:sp>
        <p:nvSpPr>
          <p:cNvPr id="737" name="Google Shape;737;p64"/>
          <p:cNvSpPr txBox="1">
            <a:spLocks noGrp="1"/>
          </p:cNvSpPr>
          <p:nvPr>
            <p:ph type="title" idx="15"/>
          </p:nvPr>
        </p:nvSpPr>
        <p:spPr>
          <a:xfrm>
            <a:off x="2546913" y="1364806"/>
            <a:ext cx="1839600" cy="770400"/>
          </a:xfrm>
          <a:prstGeom prst="rect">
            <a:avLst/>
          </a:prstGeom>
        </p:spPr>
        <p:txBody>
          <a:bodyPr spcFirstLastPara="1" wrap="square" lIns="0" tIns="0" rIns="0" bIns="0" anchor="t" anchorCtr="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a:endParaRPr/>
          </a:p>
        </p:txBody>
      </p:sp>
      <p:sp>
        <p:nvSpPr>
          <p:cNvPr id="738" name="Google Shape;738;p64"/>
          <p:cNvSpPr txBox="1">
            <a:spLocks noGrp="1"/>
          </p:cNvSpPr>
          <p:nvPr>
            <p:ph type="title" idx="16"/>
          </p:nvPr>
        </p:nvSpPr>
        <p:spPr>
          <a:xfrm>
            <a:off x="355638" y="1365769"/>
            <a:ext cx="1839600" cy="770400"/>
          </a:xfrm>
          <a:prstGeom prst="rect">
            <a:avLst/>
          </a:prstGeom>
        </p:spPr>
        <p:txBody>
          <a:bodyPr spcFirstLastPara="1" wrap="square" lIns="0" tIns="0" rIns="0" bIns="0" anchor="t" anchorCtr="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a:endParaRPr/>
          </a:p>
        </p:txBody>
      </p:sp>
      <p:sp>
        <p:nvSpPr>
          <p:cNvPr id="739" name="Google Shape;739;p64"/>
          <p:cNvSpPr txBox="1">
            <a:spLocks noGrp="1"/>
          </p:cNvSpPr>
          <p:nvPr>
            <p:ph type="title" idx="17"/>
          </p:nvPr>
        </p:nvSpPr>
        <p:spPr>
          <a:xfrm>
            <a:off x="7002200" y="3163356"/>
            <a:ext cx="1839600" cy="770400"/>
          </a:xfrm>
          <a:prstGeom prst="rect">
            <a:avLst/>
          </a:prstGeom>
        </p:spPr>
        <p:txBody>
          <a:bodyPr spcFirstLastPara="1" wrap="square" lIns="0" tIns="0" rIns="0" bIns="0" anchor="t" anchorCtr="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a:endParaRPr/>
          </a:p>
        </p:txBody>
      </p:sp>
      <p:sp>
        <p:nvSpPr>
          <p:cNvPr id="740" name="Google Shape;740;p64"/>
          <p:cNvSpPr txBox="1">
            <a:spLocks noGrp="1"/>
          </p:cNvSpPr>
          <p:nvPr>
            <p:ph type="title" idx="18"/>
          </p:nvPr>
        </p:nvSpPr>
        <p:spPr>
          <a:xfrm>
            <a:off x="4788588" y="3163356"/>
            <a:ext cx="1839600" cy="770400"/>
          </a:xfrm>
          <a:prstGeom prst="rect">
            <a:avLst/>
          </a:prstGeom>
        </p:spPr>
        <p:txBody>
          <a:bodyPr spcFirstLastPara="1" wrap="square" lIns="0" tIns="0" rIns="0" bIns="0" anchor="t" anchorCtr="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a:endParaRPr/>
          </a:p>
        </p:txBody>
      </p:sp>
      <p:sp>
        <p:nvSpPr>
          <p:cNvPr id="741" name="Google Shape;741;p64"/>
          <p:cNvSpPr txBox="1">
            <a:spLocks noGrp="1"/>
          </p:cNvSpPr>
          <p:nvPr>
            <p:ph type="title" idx="19"/>
          </p:nvPr>
        </p:nvSpPr>
        <p:spPr>
          <a:xfrm>
            <a:off x="2552263" y="3163356"/>
            <a:ext cx="1839600" cy="770400"/>
          </a:xfrm>
          <a:prstGeom prst="rect">
            <a:avLst/>
          </a:prstGeom>
        </p:spPr>
        <p:txBody>
          <a:bodyPr spcFirstLastPara="1" wrap="square" lIns="0" tIns="0" rIns="0" bIns="0" anchor="t" anchorCtr="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a:endParaRPr/>
          </a:p>
        </p:txBody>
      </p:sp>
      <p:sp>
        <p:nvSpPr>
          <p:cNvPr id="742" name="Google Shape;742;p64"/>
          <p:cNvSpPr txBox="1">
            <a:spLocks noGrp="1"/>
          </p:cNvSpPr>
          <p:nvPr>
            <p:ph type="title" idx="20"/>
          </p:nvPr>
        </p:nvSpPr>
        <p:spPr>
          <a:xfrm>
            <a:off x="360988" y="3164319"/>
            <a:ext cx="1839600" cy="770400"/>
          </a:xfrm>
          <a:prstGeom prst="rect">
            <a:avLst/>
          </a:prstGeom>
        </p:spPr>
        <p:txBody>
          <a:bodyPr spcFirstLastPara="1" wrap="square" lIns="0" tIns="0" rIns="0" bIns="0" anchor="t" anchorCtr="0">
            <a:normAutofit/>
          </a:bodyPr>
          <a:lstStyle>
            <a:lvl1pPr lvl="0">
              <a:spcBef>
                <a:spcPts val="0"/>
              </a:spcBef>
              <a:spcAft>
                <a:spcPts val="0"/>
              </a:spcAft>
              <a:buSzPts val="5000"/>
              <a:buFont typeface="Hanken Grotesk Light"/>
              <a:buNone/>
              <a:defRPr sz="5000">
                <a:latin typeface="Hanken Grotesk Light"/>
                <a:ea typeface="Hanken Grotesk Light"/>
                <a:cs typeface="Hanken Grotesk Light"/>
                <a:sym typeface="Hanken Grotesk Light"/>
              </a:defRPr>
            </a:lvl1pPr>
            <a:lvl2pPr lvl="1">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2pPr>
            <a:lvl3pPr lvl="2">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3pPr>
            <a:lvl4pPr lvl="3">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4pPr>
            <a:lvl5pPr lvl="4">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5pPr>
            <a:lvl6pPr lvl="5">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6pPr>
            <a:lvl7pPr lvl="6">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7pPr>
            <a:lvl8pPr lvl="7">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8pPr>
            <a:lvl9pPr lvl="8">
              <a:spcBef>
                <a:spcPts val="0"/>
              </a:spcBef>
              <a:spcAft>
                <a:spcPts val="0"/>
              </a:spcAft>
              <a:buSzPts val="12000"/>
              <a:buFont typeface="Hanken Grotesk Light"/>
              <a:buNone/>
              <a:defRPr sz="12000">
                <a:latin typeface="Hanken Grotesk Light"/>
                <a:ea typeface="Hanken Grotesk Light"/>
                <a:cs typeface="Hanken Grotesk Light"/>
                <a:sym typeface="Hanken Grotesk Light"/>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Graphics 3">
  <p:cSld name="CUSTOM_7_1_1_1_1_1_1_1_1_1_1_1_1_1_1_1_1_7_1">
    <p:spTree>
      <p:nvGrpSpPr>
        <p:cNvPr id="1" name="Shape 743"/>
        <p:cNvGrpSpPr/>
        <p:nvPr/>
      </p:nvGrpSpPr>
      <p:grpSpPr>
        <a:xfrm>
          <a:off x="0" y="0"/>
          <a:ext cx="0" cy="0"/>
          <a:chOff x="0" y="0"/>
          <a:chExt cx="0" cy="0"/>
        </a:xfrm>
      </p:grpSpPr>
      <p:sp>
        <p:nvSpPr>
          <p:cNvPr id="744" name="Google Shape;744;p65"/>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745" name="Google Shape;745;p65"/>
          <p:cNvSpPr txBox="1">
            <a:spLocks noGrp="1"/>
          </p:cNvSpPr>
          <p:nvPr>
            <p:ph type="title"/>
          </p:nvPr>
        </p:nvSpPr>
        <p:spPr>
          <a:xfrm>
            <a:off x="594025" y="539600"/>
            <a:ext cx="7196700" cy="576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a:endParaRPr/>
          </a:p>
        </p:txBody>
      </p:sp>
      <p:sp>
        <p:nvSpPr>
          <p:cNvPr id="746" name="Google Shape;746;p65"/>
          <p:cNvSpPr txBox="1">
            <a:spLocks noGrp="1"/>
          </p:cNvSpPr>
          <p:nvPr>
            <p:ph type="subTitle" idx="2"/>
          </p:nvPr>
        </p:nvSpPr>
        <p:spPr>
          <a:xfrm>
            <a:off x="193100" y="3780025"/>
            <a:ext cx="1633200" cy="6156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7" name="Google Shape;747;p65"/>
          <p:cNvSpPr txBox="1">
            <a:spLocks noGrp="1"/>
          </p:cNvSpPr>
          <p:nvPr>
            <p:ph type="subTitle" idx="3"/>
          </p:nvPr>
        </p:nvSpPr>
        <p:spPr>
          <a:xfrm>
            <a:off x="1852425" y="4067625"/>
            <a:ext cx="2529000" cy="237600"/>
          </a:xfrm>
          <a:prstGeom prst="rect">
            <a:avLst/>
          </a:prstGeom>
        </p:spPr>
        <p:txBody>
          <a:bodyPr spcFirstLastPara="1" wrap="square" lIns="54000" tIns="54000" rIns="0" bIns="0" anchor="t" anchorCtr="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48" name="Google Shape;748;p65"/>
          <p:cNvSpPr txBox="1">
            <a:spLocks noGrp="1"/>
          </p:cNvSpPr>
          <p:nvPr>
            <p:ph type="subTitle" idx="4"/>
          </p:nvPr>
        </p:nvSpPr>
        <p:spPr>
          <a:xfrm>
            <a:off x="193100" y="2519863"/>
            <a:ext cx="1633200" cy="6156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9" name="Google Shape;749;p65"/>
          <p:cNvSpPr txBox="1">
            <a:spLocks noGrp="1"/>
          </p:cNvSpPr>
          <p:nvPr>
            <p:ph type="subTitle" idx="5"/>
          </p:nvPr>
        </p:nvSpPr>
        <p:spPr>
          <a:xfrm>
            <a:off x="1852425" y="2807463"/>
            <a:ext cx="2529000" cy="237600"/>
          </a:xfrm>
          <a:prstGeom prst="rect">
            <a:avLst/>
          </a:prstGeom>
        </p:spPr>
        <p:txBody>
          <a:bodyPr spcFirstLastPara="1" wrap="square" lIns="54000" tIns="54000" rIns="0" bIns="0" anchor="t" anchorCtr="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50" name="Google Shape;750;p65"/>
          <p:cNvSpPr txBox="1">
            <a:spLocks noGrp="1"/>
          </p:cNvSpPr>
          <p:nvPr>
            <p:ph type="subTitle" idx="6"/>
          </p:nvPr>
        </p:nvSpPr>
        <p:spPr>
          <a:xfrm>
            <a:off x="219077" y="1259725"/>
            <a:ext cx="1633200" cy="615600"/>
          </a:xfrm>
          <a:prstGeom prst="rect">
            <a:avLst/>
          </a:prstGeom>
        </p:spPr>
        <p:txBody>
          <a:bodyPr spcFirstLastPara="1" wrap="square" lIns="0" tIns="0" rIns="0" bIns="0" anchor="t" anchorCtr="0">
            <a:normAutofit/>
          </a:bodyPr>
          <a:lstStyle>
            <a:lvl1pPr lvl="0">
              <a:spcBef>
                <a:spcPts val="0"/>
              </a:spcBef>
              <a:spcAft>
                <a:spcPts val="0"/>
              </a:spcAft>
              <a:buClr>
                <a:schemeClr val="dk1"/>
              </a:buClr>
              <a:buSzPts val="4000"/>
              <a:buFont typeface="Hanken Grotesk Light"/>
              <a:buNone/>
              <a:defRPr sz="40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1" name="Google Shape;751;p65"/>
          <p:cNvSpPr txBox="1">
            <a:spLocks noGrp="1"/>
          </p:cNvSpPr>
          <p:nvPr>
            <p:ph type="subTitle" idx="7"/>
          </p:nvPr>
        </p:nvSpPr>
        <p:spPr>
          <a:xfrm>
            <a:off x="1852425" y="1547325"/>
            <a:ext cx="2529000" cy="237600"/>
          </a:xfrm>
          <a:prstGeom prst="rect">
            <a:avLst/>
          </a:prstGeom>
        </p:spPr>
        <p:txBody>
          <a:bodyPr spcFirstLastPara="1" wrap="square" lIns="54000" tIns="54000" rIns="0" bIns="0" anchor="t" anchorCtr="0">
            <a:normAutofit/>
          </a:bodyPr>
          <a:lstStyle>
            <a:lvl1pPr lvl="0">
              <a:spcBef>
                <a:spcPts val="0"/>
              </a:spcBef>
              <a:spcAft>
                <a:spcPts val="0"/>
              </a:spcAft>
              <a:buClr>
                <a:schemeClr val="dk1"/>
              </a:buClr>
              <a:buSzPts val="1200"/>
              <a:buFont typeface="Hanken Grotesk"/>
              <a:buNone/>
              <a:defRPr sz="1200"/>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52" name="Google Shape;752;p65"/>
          <p:cNvSpPr txBox="1">
            <a:spLocks noGrp="1"/>
          </p:cNvSpPr>
          <p:nvPr>
            <p:ph type="body" idx="8"/>
          </p:nvPr>
        </p:nvSpPr>
        <p:spPr>
          <a:xfrm>
            <a:off x="189973" y="4665450"/>
            <a:ext cx="4345200" cy="374400"/>
          </a:xfrm>
          <a:prstGeom prst="rect">
            <a:avLst/>
          </a:prstGeom>
        </p:spPr>
        <p:txBody>
          <a:bodyPr spcFirstLastPara="1" wrap="square" lIns="0" tIns="54000" rIns="0" bIns="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53" name="Google Shape;753;p65"/>
          <p:cNvSpPr txBox="1">
            <a:spLocks noGrp="1"/>
          </p:cNvSpPr>
          <p:nvPr>
            <p:ph type="body" idx="9"/>
          </p:nvPr>
        </p:nvSpPr>
        <p:spPr>
          <a:xfrm>
            <a:off x="189973" y="3405288"/>
            <a:ext cx="4345200" cy="374400"/>
          </a:xfrm>
          <a:prstGeom prst="rect">
            <a:avLst/>
          </a:prstGeom>
        </p:spPr>
        <p:txBody>
          <a:bodyPr spcFirstLastPara="1" wrap="square" lIns="0" tIns="54000" rIns="0" bIns="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54" name="Google Shape;754;p65"/>
          <p:cNvSpPr txBox="1">
            <a:spLocks noGrp="1"/>
          </p:cNvSpPr>
          <p:nvPr>
            <p:ph type="body" idx="13"/>
          </p:nvPr>
        </p:nvSpPr>
        <p:spPr>
          <a:xfrm>
            <a:off x="199273" y="2145150"/>
            <a:ext cx="4345200" cy="374400"/>
          </a:xfrm>
          <a:prstGeom prst="rect">
            <a:avLst/>
          </a:prstGeom>
        </p:spPr>
        <p:txBody>
          <a:bodyPr spcFirstLastPara="1" wrap="square" lIns="0" tIns="54000" rIns="0" bIns="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Graphics 4">
  <p:cSld name="CUSTOM_7_1_1_1_1_1_1_1_1_1_1_1_1_1_1_1_1_7_2">
    <p:spTree>
      <p:nvGrpSpPr>
        <p:cNvPr id="1" name="Shape 755"/>
        <p:cNvGrpSpPr/>
        <p:nvPr/>
      </p:nvGrpSpPr>
      <p:grpSpPr>
        <a:xfrm>
          <a:off x="0" y="0"/>
          <a:ext cx="0" cy="0"/>
          <a:chOff x="0" y="0"/>
          <a:chExt cx="0" cy="0"/>
        </a:xfrm>
      </p:grpSpPr>
      <p:sp>
        <p:nvSpPr>
          <p:cNvPr id="756" name="Google Shape;756;p66"/>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757" name="Google Shape;757;p66"/>
          <p:cNvSpPr txBox="1">
            <a:spLocks noGrp="1"/>
          </p:cNvSpPr>
          <p:nvPr>
            <p:ph type="title"/>
          </p:nvPr>
        </p:nvSpPr>
        <p:spPr>
          <a:xfrm>
            <a:off x="594025" y="539600"/>
            <a:ext cx="7196700" cy="576000"/>
          </a:xfrm>
          <a:prstGeom prst="rect">
            <a:avLst/>
          </a:prstGeom>
        </p:spPr>
        <p:txBody>
          <a:bodyPr spcFirstLastPara="1" wrap="square" lIns="0" tIns="0" rIns="0" bIns="0" anchor="t" anchorCtr="0">
            <a:noAutofit/>
          </a:bodyPr>
          <a:lstStyle>
            <a:lvl1pPr lvl="0">
              <a:lnSpc>
                <a:spcPct val="90000"/>
              </a:lnSpc>
              <a:spcBef>
                <a:spcPts val="0"/>
              </a:spcBef>
              <a:spcAft>
                <a:spcPts val="0"/>
              </a:spcAft>
              <a:buSzPts val="2800"/>
              <a:buNone/>
              <a:defRPr sz="4000"/>
            </a:lvl1pPr>
            <a:lvl2pPr lvl="1">
              <a:lnSpc>
                <a:spcPct val="115000"/>
              </a:lnSpc>
              <a:spcBef>
                <a:spcPts val="0"/>
              </a:spcBef>
              <a:spcAft>
                <a:spcPts val="0"/>
              </a:spcAft>
              <a:buSzPts val="2800"/>
              <a:buNone/>
              <a:defRPr sz="4000"/>
            </a:lvl2pPr>
            <a:lvl3pPr lvl="2">
              <a:lnSpc>
                <a:spcPct val="115000"/>
              </a:lnSpc>
              <a:spcBef>
                <a:spcPts val="0"/>
              </a:spcBef>
              <a:spcAft>
                <a:spcPts val="0"/>
              </a:spcAft>
              <a:buSzPts val="2800"/>
              <a:buNone/>
              <a:defRPr sz="4000"/>
            </a:lvl3pPr>
            <a:lvl4pPr lvl="3">
              <a:lnSpc>
                <a:spcPct val="115000"/>
              </a:lnSpc>
              <a:spcBef>
                <a:spcPts val="0"/>
              </a:spcBef>
              <a:spcAft>
                <a:spcPts val="0"/>
              </a:spcAft>
              <a:buSzPts val="2800"/>
              <a:buNone/>
              <a:defRPr sz="4000"/>
            </a:lvl4pPr>
            <a:lvl5pPr lvl="4">
              <a:lnSpc>
                <a:spcPct val="115000"/>
              </a:lnSpc>
              <a:spcBef>
                <a:spcPts val="0"/>
              </a:spcBef>
              <a:spcAft>
                <a:spcPts val="0"/>
              </a:spcAft>
              <a:buSzPts val="2800"/>
              <a:buNone/>
              <a:defRPr sz="4000"/>
            </a:lvl5pPr>
            <a:lvl6pPr lvl="5">
              <a:lnSpc>
                <a:spcPct val="115000"/>
              </a:lnSpc>
              <a:spcBef>
                <a:spcPts val="0"/>
              </a:spcBef>
              <a:spcAft>
                <a:spcPts val="0"/>
              </a:spcAft>
              <a:buSzPts val="2800"/>
              <a:buNone/>
              <a:defRPr sz="4000"/>
            </a:lvl6pPr>
            <a:lvl7pPr lvl="6">
              <a:lnSpc>
                <a:spcPct val="115000"/>
              </a:lnSpc>
              <a:spcBef>
                <a:spcPts val="0"/>
              </a:spcBef>
              <a:spcAft>
                <a:spcPts val="0"/>
              </a:spcAft>
              <a:buSzPts val="2800"/>
              <a:buNone/>
              <a:defRPr sz="4000"/>
            </a:lvl7pPr>
            <a:lvl8pPr lvl="7">
              <a:lnSpc>
                <a:spcPct val="115000"/>
              </a:lnSpc>
              <a:spcBef>
                <a:spcPts val="0"/>
              </a:spcBef>
              <a:spcAft>
                <a:spcPts val="0"/>
              </a:spcAft>
              <a:buSzPts val="2800"/>
              <a:buNone/>
              <a:defRPr sz="4000"/>
            </a:lvl8pPr>
            <a:lvl9pPr lvl="8">
              <a:lnSpc>
                <a:spcPct val="115000"/>
              </a:lnSpc>
              <a:spcBef>
                <a:spcPts val="0"/>
              </a:spcBef>
              <a:spcAft>
                <a:spcPts val="0"/>
              </a:spcAft>
              <a:buSzPts val="2800"/>
              <a:buNone/>
              <a:defRPr sz="4000"/>
            </a:lvl9pPr>
          </a:lstStyle>
          <a:p>
            <a:endParaRPr/>
          </a:p>
        </p:txBody>
      </p:sp>
      <p:sp>
        <p:nvSpPr>
          <p:cNvPr id="758" name="Google Shape;758;p66"/>
          <p:cNvSpPr txBox="1">
            <a:spLocks noGrp="1"/>
          </p:cNvSpPr>
          <p:nvPr>
            <p:ph type="subTitle" idx="2"/>
          </p:nvPr>
        </p:nvSpPr>
        <p:spPr>
          <a:xfrm>
            <a:off x="189375" y="4264275"/>
            <a:ext cx="1529400" cy="572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9" name="Google Shape;759;p66"/>
          <p:cNvSpPr txBox="1">
            <a:spLocks noGrp="1"/>
          </p:cNvSpPr>
          <p:nvPr>
            <p:ph type="subTitle" idx="3"/>
          </p:nvPr>
        </p:nvSpPr>
        <p:spPr>
          <a:xfrm>
            <a:off x="190425" y="3693375"/>
            <a:ext cx="1529400" cy="572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60" name="Google Shape;760;p66"/>
          <p:cNvSpPr txBox="1">
            <a:spLocks noGrp="1"/>
          </p:cNvSpPr>
          <p:nvPr>
            <p:ph type="subTitle" idx="4"/>
          </p:nvPr>
        </p:nvSpPr>
        <p:spPr>
          <a:xfrm>
            <a:off x="190425" y="3118013"/>
            <a:ext cx="1529400" cy="572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61" name="Google Shape;761;p66"/>
          <p:cNvSpPr txBox="1">
            <a:spLocks noGrp="1"/>
          </p:cNvSpPr>
          <p:nvPr>
            <p:ph type="subTitle" idx="5"/>
          </p:nvPr>
        </p:nvSpPr>
        <p:spPr>
          <a:xfrm>
            <a:off x="191475" y="2547113"/>
            <a:ext cx="1529400" cy="572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62" name="Google Shape;762;p66"/>
          <p:cNvSpPr txBox="1">
            <a:spLocks noGrp="1"/>
          </p:cNvSpPr>
          <p:nvPr>
            <p:ph type="subTitle" idx="6"/>
          </p:nvPr>
        </p:nvSpPr>
        <p:spPr>
          <a:xfrm>
            <a:off x="190950" y="1971763"/>
            <a:ext cx="1529400" cy="572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63" name="Google Shape;763;p66"/>
          <p:cNvSpPr txBox="1">
            <a:spLocks noGrp="1"/>
          </p:cNvSpPr>
          <p:nvPr>
            <p:ph type="subTitle" idx="7"/>
          </p:nvPr>
        </p:nvSpPr>
        <p:spPr>
          <a:xfrm>
            <a:off x="192000" y="1400863"/>
            <a:ext cx="1529400" cy="572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3000"/>
              <a:buFont typeface="Hanken Grotesk Light"/>
              <a:buNone/>
              <a:defRPr sz="3000">
                <a:latin typeface="Hanken Grotesk Light"/>
                <a:ea typeface="Hanken Grotesk Light"/>
                <a:cs typeface="Hanken Grotesk Light"/>
                <a:sym typeface="Hanken Grotesk Light"/>
              </a:defRPr>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64" name="Google Shape;764;p66"/>
          <p:cNvSpPr txBox="1">
            <a:spLocks noGrp="1"/>
          </p:cNvSpPr>
          <p:nvPr>
            <p:ph type="subTitle" idx="8"/>
          </p:nvPr>
        </p:nvSpPr>
        <p:spPr>
          <a:xfrm>
            <a:off x="1967073" y="2550100"/>
            <a:ext cx="1216800" cy="374400"/>
          </a:xfrm>
          <a:prstGeom prst="rect">
            <a:avLst/>
          </a:prstGeom>
        </p:spPr>
        <p:txBody>
          <a:bodyPr spcFirstLastPara="1" wrap="square" lIns="0" tIns="90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65" name="Google Shape;765;p66"/>
          <p:cNvSpPr txBox="1">
            <a:spLocks noGrp="1"/>
          </p:cNvSpPr>
          <p:nvPr>
            <p:ph type="subTitle" idx="9"/>
          </p:nvPr>
        </p:nvSpPr>
        <p:spPr>
          <a:xfrm>
            <a:off x="1967073" y="1400875"/>
            <a:ext cx="1216800" cy="374400"/>
          </a:xfrm>
          <a:prstGeom prst="rect">
            <a:avLst/>
          </a:prstGeom>
        </p:spPr>
        <p:txBody>
          <a:bodyPr spcFirstLastPara="1" wrap="square" lIns="0" tIns="90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66" name="Google Shape;766;p66"/>
          <p:cNvSpPr txBox="1">
            <a:spLocks noGrp="1"/>
          </p:cNvSpPr>
          <p:nvPr>
            <p:ph type="subTitle" idx="13"/>
          </p:nvPr>
        </p:nvSpPr>
        <p:spPr>
          <a:xfrm>
            <a:off x="1967073" y="1971775"/>
            <a:ext cx="1216800" cy="374400"/>
          </a:xfrm>
          <a:prstGeom prst="rect">
            <a:avLst/>
          </a:prstGeom>
        </p:spPr>
        <p:txBody>
          <a:bodyPr spcFirstLastPara="1" wrap="square" lIns="0" tIns="90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67" name="Google Shape;767;p66"/>
          <p:cNvSpPr txBox="1">
            <a:spLocks noGrp="1"/>
          </p:cNvSpPr>
          <p:nvPr>
            <p:ph type="subTitle" idx="14"/>
          </p:nvPr>
        </p:nvSpPr>
        <p:spPr>
          <a:xfrm>
            <a:off x="1967073" y="3121000"/>
            <a:ext cx="1216800" cy="374400"/>
          </a:xfrm>
          <a:prstGeom prst="rect">
            <a:avLst/>
          </a:prstGeom>
        </p:spPr>
        <p:txBody>
          <a:bodyPr spcFirstLastPara="1" wrap="square" lIns="0" tIns="90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68" name="Google Shape;768;p66"/>
          <p:cNvSpPr txBox="1">
            <a:spLocks noGrp="1"/>
          </p:cNvSpPr>
          <p:nvPr>
            <p:ph type="subTitle" idx="15"/>
          </p:nvPr>
        </p:nvSpPr>
        <p:spPr>
          <a:xfrm>
            <a:off x="1967073" y="4262800"/>
            <a:ext cx="1216800" cy="374400"/>
          </a:xfrm>
          <a:prstGeom prst="rect">
            <a:avLst/>
          </a:prstGeom>
        </p:spPr>
        <p:txBody>
          <a:bodyPr spcFirstLastPara="1" wrap="square" lIns="0" tIns="90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69" name="Google Shape;769;p66"/>
          <p:cNvSpPr txBox="1">
            <a:spLocks noGrp="1"/>
          </p:cNvSpPr>
          <p:nvPr>
            <p:ph type="subTitle" idx="16"/>
          </p:nvPr>
        </p:nvSpPr>
        <p:spPr>
          <a:xfrm>
            <a:off x="1967073" y="3691900"/>
            <a:ext cx="1216800" cy="374400"/>
          </a:xfrm>
          <a:prstGeom prst="rect">
            <a:avLst/>
          </a:prstGeom>
        </p:spPr>
        <p:txBody>
          <a:bodyPr spcFirstLastPara="1" wrap="square" lIns="0" tIns="90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70" name="Google Shape;770;p66"/>
          <p:cNvSpPr txBox="1">
            <a:spLocks noGrp="1"/>
          </p:cNvSpPr>
          <p:nvPr>
            <p:ph type="body" idx="17"/>
          </p:nvPr>
        </p:nvSpPr>
        <p:spPr>
          <a:xfrm>
            <a:off x="3741773" y="1973250"/>
            <a:ext cx="5137200" cy="374400"/>
          </a:xfrm>
          <a:prstGeom prst="rect">
            <a:avLst/>
          </a:prstGeom>
        </p:spPr>
        <p:txBody>
          <a:bodyPr spcFirstLastPara="1" wrap="square" lIns="0" tIns="90000" rIns="0"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71" name="Google Shape;771;p66"/>
          <p:cNvSpPr txBox="1">
            <a:spLocks noGrp="1"/>
          </p:cNvSpPr>
          <p:nvPr>
            <p:ph type="body" idx="18"/>
          </p:nvPr>
        </p:nvSpPr>
        <p:spPr>
          <a:xfrm>
            <a:off x="3741773" y="2551575"/>
            <a:ext cx="5137200" cy="374400"/>
          </a:xfrm>
          <a:prstGeom prst="rect">
            <a:avLst/>
          </a:prstGeom>
        </p:spPr>
        <p:txBody>
          <a:bodyPr spcFirstLastPara="1" wrap="square" lIns="0" tIns="90000" rIns="0"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72" name="Google Shape;772;p66"/>
          <p:cNvSpPr txBox="1">
            <a:spLocks noGrp="1"/>
          </p:cNvSpPr>
          <p:nvPr>
            <p:ph type="body" idx="19"/>
          </p:nvPr>
        </p:nvSpPr>
        <p:spPr>
          <a:xfrm>
            <a:off x="3741773" y="3122475"/>
            <a:ext cx="5137200" cy="374400"/>
          </a:xfrm>
          <a:prstGeom prst="rect">
            <a:avLst/>
          </a:prstGeom>
        </p:spPr>
        <p:txBody>
          <a:bodyPr spcFirstLastPara="1" wrap="square" lIns="0" tIns="90000" rIns="0"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73" name="Google Shape;773;p66"/>
          <p:cNvSpPr txBox="1">
            <a:spLocks noGrp="1"/>
          </p:cNvSpPr>
          <p:nvPr>
            <p:ph type="body" idx="20"/>
          </p:nvPr>
        </p:nvSpPr>
        <p:spPr>
          <a:xfrm>
            <a:off x="3741773" y="3693375"/>
            <a:ext cx="5137200" cy="374400"/>
          </a:xfrm>
          <a:prstGeom prst="rect">
            <a:avLst/>
          </a:prstGeom>
        </p:spPr>
        <p:txBody>
          <a:bodyPr spcFirstLastPara="1" wrap="square" lIns="0" tIns="90000" rIns="0"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74" name="Google Shape;774;p66"/>
          <p:cNvSpPr txBox="1">
            <a:spLocks noGrp="1"/>
          </p:cNvSpPr>
          <p:nvPr>
            <p:ph type="body" idx="21"/>
          </p:nvPr>
        </p:nvSpPr>
        <p:spPr>
          <a:xfrm>
            <a:off x="3741773" y="4264275"/>
            <a:ext cx="5137200" cy="374400"/>
          </a:xfrm>
          <a:prstGeom prst="rect">
            <a:avLst/>
          </a:prstGeom>
        </p:spPr>
        <p:txBody>
          <a:bodyPr spcFirstLastPara="1" wrap="square" lIns="0" tIns="90000" rIns="0"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75" name="Google Shape;775;p66"/>
          <p:cNvSpPr txBox="1">
            <a:spLocks noGrp="1"/>
          </p:cNvSpPr>
          <p:nvPr>
            <p:ph type="body" idx="22"/>
          </p:nvPr>
        </p:nvSpPr>
        <p:spPr>
          <a:xfrm>
            <a:off x="3741773" y="1402350"/>
            <a:ext cx="5137200" cy="374400"/>
          </a:xfrm>
          <a:prstGeom prst="rect">
            <a:avLst/>
          </a:prstGeom>
        </p:spPr>
        <p:txBody>
          <a:bodyPr spcFirstLastPara="1" wrap="square" lIns="0" tIns="90000" rIns="0"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Table and folder background 2">
  <p:cSld name="CUSTOM_1_1_1_1">
    <p:spTree>
      <p:nvGrpSpPr>
        <p:cNvPr id="1" name="Shape 776"/>
        <p:cNvGrpSpPr/>
        <p:nvPr/>
      </p:nvGrpSpPr>
      <p:grpSpPr>
        <a:xfrm>
          <a:off x="0" y="0"/>
          <a:ext cx="0" cy="0"/>
          <a:chOff x="0" y="0"/>
          <a:chExt cx="0" cy="0"/>
        </a:xfrm>
      </p:grpSpPr>
      <p:sp>
        <p:nvSpPr>
          <p:cNvPr id="777" name="Google Shape;777;p67"/>
          <p:cNvSpPr/>
          <p:nvPr/>
        </p:nvSpPr>
        <p:spPr>
          <a:xfrm>
            <a:off x="-2450" y="486600"/>
            <a:ext cx="9144000" cy="4656900"/>
          </a:xfrm>
          <a:prstGeom prst="roundRect">
            <a:avLst>
              <a:gd name="adj" fmla="val 0"/>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778" name="Google Shape;778;p67"/>
          <p:cNvSpPr txBox="1">
            <a:spLocks noGrp="1"/>
          </p:cNvSpPr>
          <p:nvPr>
            <p:ph type="subTitle" idx="1"/>
          </p:nvPr>
        </p:nvSpPr>
        <p:spPr>
          <a:xfrm>
            <a:off x="131460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779" name="Google Shape;779;p67"/>
          <p:cNvSpPr txBox="1">
            <a:spLocks noGrp="1"/>
          </p:cNvSpPr>
          <p:nvPr>
            <p:ph type="subTitle" idx="2"/>
          </p:nvPr>
        </p:nvSpPr>
        <p:spPr>
          <a:xfrm>
            <a:off x="2783538"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780" name="Google Shape;780;p67"/>
          <p:cNvSpPr txBox="1">
            <a:spLocks noGrp="1"/>
          </p:cNvSpPr>
          <p:nvPr>
            <p:ph type="subTitle" idx="3"/>
          </p:nvPr>
        </p:nvSpPr>
        <p:spPr>
          <a:xfrm>
            <a:off x="422885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781" name="Google Shape;781;p67"/>
          <p:cNvSpPr txBox="1">
            <a:spLocks noGrp="1"/>
          </p:cNvSpPr>
          <p:nvPr>
            <p:ph type="title"/>
          </p:nvPr>
        </p:nvSpPr>
        <p:spPr>
          <a:xfrm>
            <a:off x="5723951" y="131799"/>
            <a:ext cx="14403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782" name="Google Shape;782;p67"/>
          <p:cNvSpPr txBox="1">
            <a:spLocks noGrp="1"/>
          </p:cNvSpPr>
          <p:nvPr>
            <p:ph type="subTitle" idx="4"/>
          </p:nvPr>
        </p:nvSpPr>
        <p:spPr>
          <a:xfrm>
            <a:off x="1759000" y="3017700"/>
            <a:ext cx="2336400" cy="374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3" name="Google Shape;783;p67"/>
          <p:cNvSpPr txBox="1">
            <a:spLocks noGrp="1"/>
          </p:cNvSpPr>
          <p:nvPr>
            <p:ph type="subTitle" idx="5"/>
          </p:nvPr>
        </p:nvSpPr>
        <p:spPr>
          <a:xfrm>
            <a:off x="1758250" y="1663775"/>
            <a:ext cx="2336400" cy="374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4" name="Google Shape;784;p67"/>
          <p:cNvSpPr txBox="1">
            <a:spLocks noGrp="1"/>
          </p:cNvSpPr>
          <p:nvPr>
            <p:ph type="subTitle" idx="6"/>
          </p:nvPr>
        </p:nvSpPr>
        <p:spPr>
          <a:xfrm>
            <a:off x="1758250" y="2340600"/>
            <a:ext cx="2336400" cy="374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5" name="Google Shape;785;p67"/>
          <p:cNvSpPr txBox="1">
            <a:spLocks noGrp="1"/>
          </p:cNvSpPr>
          <p:nvPr>
            <p:ph type="subTitle" idx="7"/>
          </p:nvPr>
        </p:nvSpPr>
        <p:spPr>
          <a:xfrm>
            <a:off x="1758250" y="3694800"/>
            <a:ext cx="2336400" cy="374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6" name="Google Shape;786;p67"/>
          <p:cNvSpPr txBox="1">
            <a:spLocks noGrp="1"/>
          </p:cNvSpPr>
          <p:nvPr>
            <p:ph type="subTitle" idx="8"/>
          </p:nvPr>
        </p:nvSpPr>
        <p:spPr>
          <a:xfrm>
            <a:off x="1758250" y="4367075"/>
            <a:ext cx="2336400" cy="374400"/>
          </a:xfrm>
          <a:prstGeom prst="rect">
            <a:avLst/>
          </a:prstGeom>
        </p:spPr>
        <p:txBody>
          <a:bodyPr spcFirstLastPara="1" wrap="square" lIns="91425" tIns="36000" rIns="0" bIns="0" anchor="t" anchorCtr="0">
            <a:normAutofit/>
          </a:bodyPr>
          <a:lstStyle>
            <a:lvl1pPr lvl="0">
              <a:spcBef>
                <a:spcPts val="0"/>
              </a:spcBef>
              <a:spcAft>
                <a:spcPts val="0"/>
              </a:spcAft>
              <a:buClr>
                <a:schemeClr val="dk1"/>
              </a:buClr>
              <a:buSzPts val="2200"/>
              <a:buFont typeface="Hanken Grotesk Light"/>
              <a:buNone/>
              <a:defRPr sz="2200">
                <a:latin typeface="Hanken Grotesk Light"/>
                <a:ea typeface="Hanken Grotesk Light"/>
                <a:cs typeface="Hanken Grotesk Light"/>
                <a:sym typeface="Hanken Grotesk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7" name="Google Shape;787;p67"/>
          <p:cNvSpPr txBox="1">
            <a:spLocks noGrp="1"/>
          </p:cNvSpPr>
          <p:nvPr>
            <p:ph type="subTitle" idx="9"/>
          </p:nvPr>
        </p:nvSpPr>
        <p:spPr>
          <a:xfrm>
            <a:off x="228148" y="3019975"/>
            <a:ext cx="810000" cy="374400"/>
          </a:xfrm>
          <a:prstGeom prst="rect">
            <a:avLst/>
          </a:prstGeom>
        </p:spPr>
        <p:txBody>
          <a:bodyPr spcFirstLastPara="1" wrap="square" lIns="0" tIns="72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88" name="Google Shape;788;p67"/>
          <p:cNvSpPr txBox="1">
            <a:spLocks noGrp="1"/>
          </p:cNvSpPr>
          <p:nvPr>
            <p:ph type="subTitle" idx="13"/>
          </p:nvPr>
        </p:nvSpPr>
        <p:spPr>
          <a:xfrm>
            <a:off x="228148" y="1666050"/>
            <a:ext cx="810000" cy="374400"/>
          </a:xfrm>
          <a:prstGeom prst="rect">
            <a:avLst/>
          </a:prstGeom>
        </p:spPr>
        <p:txBody>
          <a:bodyPr spcFirstLastPara="1" wrap="square" lIns="0" tIns="72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89" name="Google Shape;789;p67"/>
          <p:cNvSpPr txBox="1">
            <a:spLocks noGrp="1"/>
          </p:cNvSpPr>
          <p:nvPr>
            <p:ph type="subTitle" idx="14"/>
          </p:nvPr>
        </p:nvSpPr>
        <p:spPr>
          <a:xfrm>
            <a:off x="228148" y="2342875"/>
            <a:ext cx="810000" cy="374400"/>
          </a:xfrm>
          <a:prstGeom prst="rect">
            <a:avLst/>
          </a:prstGeom>
        </p:spPr>
        <p:txBody>
          <a:bodyPr spcFirstLastPara="1" wrap="square" lIns="0" tIns="72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90" name="Google Shape;790;p67"/>
          <p:cNvSpPr txBox="1">
            <a:spLocks noGrp="1"/>
          </p:cNvSpPr>
          <p:nvPr>
            <p:ph type="subTitle" idx="15"/>
          </p:nvPr>
        </p:nvSpPr>
        <p:spPr>
          <a:xfrm>
            <a:off x="228148" y="3697075"/>
            <a:ext cx="810000" cy="374400"/>
          </a:xfrm>
          <a:prstGeom prst="rect">
            <a:avLst/>
          </a:prstGeom>
        </p:spPr>
        <p:txBody>
          <a:bodyPr spcFirstLastPara="1" wrap="square" lIns="0" tIns="72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91" name="Google Shape;791;p67"/>
          <p:cNvSpPr txBox="1">
            <a:spLocks noGrp="1"/>
          </p:cNvSpPr>
          <p:nvPr>
            <p:ph type="subTitle" idx="16"/>
          </p:nvPr>
        </p:nvSpPr>
        <p:spPr>
          <a:xfrm>
            <a:off x="228148" y="4369350"/>
            <a:ext cx="810000" cy="374400"/>
          </a:xfrm>
          <a:prstGeom prst="rect">
            <a:avLst/>
          </a:prstGeom>
        </p:spPr>
        <p:txBody>
          <a:bodyPr spcFirstLastPara="1" wrap="square" lIns="0" tIns="72000" rIns="0" bIns="108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792" name="Google Shape;792;p67"/>
          <p:cNvSpPr txBox="1">
            <a:spLocks noGrp="1"/>
          </p:cNvSpPr>
          <p:nvPr>
            <p:ph type="title" idx="17"/>
          </p:nvPr>
        </p:nvSpPr>
        <p:spPr>
          <a:xfrm>
            <a:off x="596525" y="753331"/>
            <a:ext cx="7062000" cy="910500"/>
          </a:xfrm>
          <a:prstGeom prst="rect">
            <a:avLst/>
          </a:prstGeom>
        </p:spPr>
        <p:txBody>
          <a:bodyPr spcFirstLastPara="1" wrap="square" lIns="91425" tIns="0" rIns="91425" bIns="91425" anchor="t" anchorCtr="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793" name="Google Shape;793;p67"/>
          <p:cNvSpPr txBox="1">
            <a:spLocks noGrp="1"/>
          </p:cNvSpPr>
          <p:nvPr>
            <p:ph type="body" idx="18"/>
          </p:nvPr>
        </p:nvSpPr>
        <p:spPr>
          <a:xfrm>
            <a:off x="4571300" y="4367075"/>
            <a:ext cx="4345200" cy="374400"/>
          </a:xfrm>
          <a:prstGeom prst="rect">
            <a:avLst/>
          </a:prstGeom>
        </p:spPr>
        <p:txBody>
          <a:bodyPr spcFirstLastPara="1" wrap="square" lIns="91425" tIns="72000" rIns="91425"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94" name="Google Shape;794;p67"/>
          <p:cNvSpPr txBox="1">
            <a:spLocks noGrp="1"/>
          </p:cNvSpPr>
          <p:nvPr>
            <p:ph type="body" idx="19"/>
          </p:nvPr>
        </p:nvSpPr>
        <p:spPr>
          <a:xfrm>
            <a:off x="4571300" y="3694800"/>
            <a:ext cx="4345200" cy="374400"/>
          </a:xfrm>
          <a:prstGeom prst="rect">
            <a:avLst/>
          </a:prstGeom>
        </p:spPr>
        <p:txBody>
          <a:bodyPr spcFirstLastPara="1" wrap="square" lIns="91425" tIns="72000" rIns="91425"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95" name="Google Shape;795;p67"/>
          <p:cNvSpPr txBox="1">
            <a:spLocks noGrp="1"/>
          </p:cNvSpPr>
          <p:nvPr>
            <p:ph type="body" idx="20"/>
          </p:nvPr>
        </p:nvSpPr>
        <p:spPr>
          <a:xfrm>
            <a:off x="4571300" y="3017700"/>
            <a:ext cx="4345200" cy="374400"/>
          </a:xfrm>
          <a:prstGeom prst="rect">
            <a:avLst/>
          </a:prstGeom>
        </p:spPr>
        <p:txBody>
          <a:bodyPr spcFirstLastPara="1" wrap="square" lIns="91425" tIns="72000" rIns="91425"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96" name="Google Shape;796;p67"/>
          <p:cNvSpPr txBox="1">
            <a:spLocks noGrp="1"/>
          </p:cNvSpPr>
          <p:nvPr>
            <p:ph type="body" idx="21"/>
          </p:nvPr>
        </p:nvSpPr>
        <p:spPr>
          <a:xfrm>
            <a:off x="4571300" y="2340600"/>
            <a:ext cx="4345200" cy="374400"/>
          </a:xfrm>
          <a:prstGeom prst="rect">
            <a:avLst/>
          </a:prstGeom>
        </p:spPr>
        <p:txBody>
          <a:bodyPr spcFirstLastPara="1" wrap="square" lIns="91425" tIns="72000" rIns="91425"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797" name="Google Shape;797;p67"/>
          <p:cNvSpPr txBox="1">
            <a:spLocks noGrp="1"/>
          </p:cNvSpPr>
          <p:nvPr>
            <p:ph type="body" idx="22"/>
          </p:nvPr>
        </p:nvSpPr>
        <p:spPr>
          <a:xfrm>
            <a:off x="4571300" y="1663775"/>
            <a:ext cx="4345200" cy="374400"/>
          </a:xfrm>
          <a:prstGeom prst="rect">
            <a:avLst/>
          </a:prstGeom>
        </p:spPr>
        <p:txBody>
          <a:bodyPr spcFirstLastPara="1" wrap="square" lIns="91425" tIns="72000" rIns="91425" bIns="108000"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Table and folder background 3">
  <p:cSld name="CUSTOM_1_1_1_1_1">
    <p:spTree>
      <p:nvGrpSpPr>
        <p:cNvPr id="1" name="Shape 798"/>
        <p:cNvGrpSpPr/>
        <p:nvPr/>
      </p:nvGrpSpPr>
      <p:grpSpPr>
        <a:xfrm>
          <a:off x="0" y="0"/>
          <a:ext cx="0" cy="0"/>
          <a:chOff x="0" y="0"/>
          <a:chExt cx="0" cy="0"/>
        </a:xfrm>
      </p:grpSpPr>
      <p:sp>
        <p:nvSpPr>
          <p:cNvPr id="799" name="Google Shape;799;p68"/>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800" name="Google Shape;800;p68"/>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801" name="Google Shape;801;p68"/>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802" name="Google Shape;802;p68"/>
          <p:cNvSpPr txBox="1">
            <a:spLocks noGrp="1"/>
          </p:cNvSpPr>
          <p:nvPr>
            <p:ph type="subTitle" idx="1"/>
          </p:nvPr>
        </p:nvSpPr>
        <p:spPr>
          <a:xfrm>
            <a:off x="131460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803" name="Google Shape;803;p68"/>
          <p:cNvSpPr txBox="1">
            <a:spLocks noGrp="1"/>
          </p:cNvSpPr>
          <p:nvPr>
            <p:ph type="subTitle" idx="2"/>
          </p:nvPr>
        </p:nvSpPr>
        <p:spPr>
          <a:xfrm>
            <a:off x="2783538"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grpSp>
        <p:nvGrpSpPr>
          <p:cNvPr id="804" name="Google Shape;804;p68"/>
          <p:cNvGrpSpPr/>
          <p:nvPr/>
        </p:nvGrpSpPr>
        <p:grpSpPr>
          <a:xfrm>
            <a:off x="-2450" y="131788"/>
            <a:ext cx="9144000" cy="5011712"/>
            <a:chOff x="-2450" y="131788"/>
            <a:chExt cx="9144000" cy="5011712"/>
          </a:xfrm>
        </p:grpSpPr>
        <p:sp>
          <p:nvSpPr>
            <p:cNvPr id="805" name="Google Shape;805;p68"/>
            <p:cNvSpPr/>
            <p:nvPr/>
          </p:nvSpPr>
          <p:spPr>
            <a:xfrm>
              <a:off x="-2450" y="486600"/>
              <a:ext cx="9144000" cy="4656900"/>
            </a:xfrm>
            <a:prstGeom prst="roundRect">
              <a:avLst>
                <a:gd name="adj" fmla="val 0"/>
              </a:avLst>
            </a:prstGeom>
            <a:solidFill>
              <a:schemeClr val="accent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28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06" name="Google Shape;806;p68"/>
            <p:cNvSpPr/>
            <p:nvPr/>
          </p:nvSpPr>
          <p:spPr>
            <a:xfrm>
              <a:off x="52787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grpSp>
      <p:sp>
        <p:nvSpPr>
          <p:cNvPr id="807" name="Google Shape;807;p68"/>
          <p:cNvSpPr txBox="1">
            <a:spLocks noGrp="1"/>
          </p:cNvSpPr>
          <p:nvPr>
            <p:ph type="subTitle" idx="3"/>
          </p:nvPr>
        </p:nvSpPr>
        <p:spPr>
          <a:xfrm>
            <a:off x="4228850" y="131800"/>
            <a:ext cx="14400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None/>
              <a:defRPr sz="1200"/>
            </a:lvl1pPr>
            <a:lvl2pPr lvl="1">
              <a:spcBef>
                <a:spcPts val="0"/>
              </a:spcBef>
              <a:spcAft>
                <a:spcPts val="0"/>
              </a:spcAft>
              <a:buSzPts val="1000"/>
              <a:buNone/>
              <a:defRPr/>
            </a:lvl2pPr>
            <a:lvl3pPr lvl="2">
              <a:spcBef>
                <a:spcPts val="0"/>
              </a:spcBef>
              <a:spcAft>
                <a:spcPts val="0"/>
              </a:spcAft>
              <a:buSzPts val="1000"/>
              <a:buNone/>
              <a:defRPr/>
            </a:lvl3pPr>
            <a:lvl4pPr lvl="3">
              <a:spcBef>
                <a:spcPts val="0"/>
              </a:spcBef>
              <a:spcAft>
                <a:spcPts val="0"/>
              </a:spcAft>
              <a:buSzPts val="1000"/>
              <a:buNone/>
              <a:defRPr/>
            </a:lvl4pPr>
            <a:lvl5pPr lvl="4">
              <a:spcBef>
                <a:spcPts val="0"/>
              </a:spcBef>
              <a:spcAft>
                <a:spcPts val="0"/>
              </a:spcAft>
              <a:buSzPts val="1000"/>
              <a:buNone/>
              <a:defRPr/>
            </a:lvl5pPr>
            <a:lvl6pPr lvl="5">
              <a:spcBef>
                <a:spcPts val="0"/>
              </a:spcBef>
              <a:spcAft>
                <a:spcPts val="0"/>
              </a:spcAft>
              <a:buSzPts val="1000"/>
              <a:buNone/>
              <a:defRPr/>
            </a:lvl6pPr>
            <a:lvl7pPr lvl="6">
              <a:spcBef>
                <a:spcPts val="0"/>
              </a:spcBef>
              <a:spcAft>
                <a:spcPts val="0"/>
              </a:spcAft>
              <a:buSzPts val="1000"/>
              <a:buNone/>
              <a:defRPr/>
            </a:lvl7pPr>
            <a:lvl8pPr lvl="7">
              <a:spcBef>
                <a:spcPts val="0"/>
              </a:spcBef>
              <a:spcAft>
                <a:spcPts val="0"/>
              </a:spcAft>
              <a:buSzPts val="1000"/>
              <a:buNone/>
              <a:defRPr/>
            </a:lvl8pPr>
            <a:lvl9pPr lvl="8">
              <a:spcBef>
                <a:spcPts val="0"/>
              </a:spcBef>
              <a:spcAft>
                <a:spcPts val="0"/>
              </a:spcAft>
              <a:buSzPts val="1000"/>
              <a:buNone/>
              <a:defRPr/>
            </a:lvl9pPr>
          </a:lstStyle>
          <a:p>
            <a:endParaRPr/>
          </a:p>
        </p:txBody>
      </p:sp>
      <p:sp>
        <p:nvSpPr>
          <p:cNvPr id="808" name="Google Shape;808;p68"/>
          <p:cNvSpPr txBox="1">
            <a:spLocks noGrp="1"/>
          </p:cNvSpPr>
          <p:nvPr>
            <p:ph type="title"/>
          </p:nvPr>
        </p:nvSpPr>
        <p:spPr>
          <a:xfrm>
            <a:off x="5723951" y="131799"/>
            <a:ext cx="1440300" cy="360000"/>
          </a:xfrm>
          <a:prstGeom prst="rect">
            <a:avLst/>
          </a:prstGeom>
        </p:spPr>
        <p:txBody>
          <a:bodyPr spcFirstLastPara="1" wrap="square" lIns="91425" tIns="0" rIns="91425" bIns="0" anchor="ctr" anchorCtr="0">
            <a:normAutofit/>
          </a:bodyPr>
          <a:lstStyle>
            <a:lvl1pPr lvl="0" algn="ctr">
              <a:spcBef>
                <a:spcPts val="0"/>
              </a:spcBef>
              <a:spcAft>
                <a:spcPts val="0"/>
              </a:spcAft>
              <a:buSzPts val="1200"/>
              <a:buFont typeface="Hanken Grotesk"/>
              <a:buNone/>
              <a:defRPr sz="1200">
                <a:latin typeface="Hanken Grotesk"/>
                <a:ea typeface="Hanken Grotesk"/>
                <a:cs typeface="Hanken Grotesk"/>
                <a:sym typeface="Hanken Grotesk"/>
              </a:defRPr>
            </a:lvl1pPr>
            <a:lvl2pPr lvl="1" algn="ctr">
              <a:spcBef>
                <a:spcPts val="0"/>
              </a:spcBef>
              <a:spcAft>
                <a:spcPts val="0"/>
              </a:spcAft>
              <a:buSzPts val="1200"/>
              <a:buFont typeface="Hanken Grotesk"/>
              <a:buNone/>
              <a:defRPr sz="1200">
                <a:latin typeface="Hanken Grotesk"/>
                <a:ea typeface="Hanken Grotesk"/>
                <a:cs typeface="Hanken Grotesk"/>
                <a:sym typeface="Hanken Grotesk"/>
              </a:defRPr>
            </a:lvl2pPr>
            <a:lvl3pPr lvl="2" algn="ctr">
              <a:spcBef>
                <a:spcPts val="0"/>
              </a:spcBef>
              <a:spcAft>
                <a:spcPts val="0"/>
              </a:spcAft>
              <a:buSzPts val="1200"/>
              <a:buFont typeface="Hanken Grotesk"/>
              <a:buNone/>
              <a:defRPr sz="1200">
                <a:latin typeface="Hanken Grotesk"/>
                <a:ea typeface="Hanken Grotesk"/>
                <a:cs typeface="Hanken Grotesk"/>
                <a:sym typeface="Hanken Grotesk"/>
              </a:defRPr>
            </a:lvl3pPr>
            <a:lvl4pPr lvl="3" algn="ctr">
              <a:spcBef>
                <a:spcPts val="0"/>
              </a:spcBef>
              <a:spcAft>
                <a:spcPts val="0"/>
              </a:spcAft>
              <a:buSzPts val="1200"/>
              <a:buFont typeface="Hanken Grotesk"/>
              <a:buNone/>
              <a:defRPr sz="1200">
                <a:latin typeface="Hanken Grotesk"/>
                <a:ea typeface="Hanken Grotesk"/>
                <a:cs typeface="Hanken Grotesk"/>
                <a:sym typeface="Hanken Grotesk"/>
              </a:defRPr>
            </a:lvl4pPr>
            <a:lvl5pPr lvl="4" algn="ctr">
              <a:spcBef>
                <a:spcPts val="0"/>
              </a:spcBef>
              <a:spcAft>
                <a:spcPts val="0"/>
              </a:spcAft>
              <a:buSzPts val="1200"/>
              <a:buFont typeface="Hanken Grotesk"/>
              <a:buNone/>
              <a:defRPr sz="1200">
                <a:latin typeface="Hanken Grotesk"/>
                <a:ea typeface="Hanken Grotesk"/>
                <a:cs typeface="Hanken Grotesk"/>
                <a:sym typeface="Hanken Grotesk"/>
              </a:defRPr>
            </a:lvl5pPr>
            <a:lvl6pPr lvl="5" algn="ctr">
              <a:spcBef>
                <a:spcPts val="0"/>
              </a:spcBef>
              <a:spcAft>
                <a:spcPts val="0"/>
              </a:spcAft>
              <a:buSzPts val="1200"/>
              <a:buFont typeface="Hanken Grotesk"/>
              <a:buNone/>
              <a:defRPr sz="1200">
                <a:latin typeface="Hanken Grotesk"/>
                <a:ea typeface="Hanken Grotesk"/>
                <a:cs typeface="Hanken Grotesk"/>
                <a:sym typeface="Hanken Grotesk"/>
              </a:defRPr>
            </a:lvl6pPr>
            <a:lvl7pPr lvl="6" algn="ctr">
              <a:spcBef>
                <a:spcPts val="0"/>
              </a:spcBef>
              <a:spcAft>
                <a:spcPts val="0"/>
              </a:spcAft>
              <a:buSzPts val="1200"/>
              <a:buFont typeface="Hanken Grotesk"/>
              <a:buNone/>
              <a:defRPr sz="1200">
                <a:latin typeface="Hanken Grotesk"/>
                <a:ea typeface="Hanken Grotesk"/>
                <a:cs typeface="Hanken Grotesk"/>
                <a:sym typeface="Hanken Grotesk"/>
              </a:defRPr>
            </a:lvl7pPr>
            <a:lvl8pPr lvl="7" algn="ctr">
              <a:spcBef>
                <a:spcPts val="0"/>
              </a:spcBef>
              <a:spcAft>
                <a:spcPts val="0"/>
              </a:spcAft>
              <a:buSzPts val="1200"/>
              <a:buFont typeface="Hanken Grotesk"/>
              <a:buNone/>
              <a:defRPr sz="1200">
                <a:latin typeface="Hanken Grotesk"/>
                <a:ea typeface="Hanken Grotesk"/>
                <a:cs typeface="Hanken Grotesk"/>
                <a:sym typeface="Hanken Grotesk"/>
              </a:defRPr>
            </a:lvl8pPr>
            <a:lvl9pPr lvl="8" algn="ctr">
              <a:spcBef>
                <a:spcPts val="0"/>
              </a:spcBef>
              <a:spcAft>
                <a:spcPts val="0"/>
              </a:spcAft>
              <a:buSzPts val="1200"/>
              <a:buFont typeface="Hanken Grotesk"/>
              <a:buNone/>
              <a:defRPr sz="1200">
                <a:latin typeface="Hanken Grotesk"/>
                <a:ea typeface="Hanken Grotesk"/>
                <a:cs typeface="Hanken Grotesk"/>
                <a:sym typeface="Hanken Grotesk"/>
              </a:defRPr>
            </a:lvl9pPr>
          </a:lstStyle>
          <a:p>
            <a:endParaRPr/>
          </a:p>
        </p:txBody>
      </p:sp>
      <p:sp>
        <p:nvSpPr>
          <p:cNvPr id="809" name="Google Shape;809;p68"/>
          <p:cNvSpPr txBox="1">
            <a:spLocks noGrp="1"/>
          </p:cNvSpPr>
          <p:nvPr>
            <p:ph type="subTitle" idx="4"/>
          </p:nvPr>
        </p:nvSpPr>
        <p:spPr>
          <a:xfrm>
            <a:off x="229085" y="1666050"/>
            <a:ext cx="1170000" cy="374400"/>
          </a:xfrm>
          <a:prstGeom prst="rect">
            <a:avLst/>
          </a:prstGeom>
        </p:spPr>
        <p:txBody>
          <a:bodyPr spcFirstLastPara="1" wrap="square" lIns="0" tIns="72000" rIns="0" bIns="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0" name="Google Shape;810;p68"/>
          <p:cNvSpPr txBox="1">
            <a:spLocks noGrp="1"/>
          </p:cNvSpPr>
          <p:nvPr>
            <p:ph type="subTitle" idx="5"/>
          </p:nvPr>
        </p:nvSpPr>
        <p:spPr>
          <a:xfrm>
            <a:off x="229085" y="2341863"/>
            <a:ext cx="1170000" cy="374400"/>
          </a:xfrm>
          <a:prstGeom prst="rect">
            <a:avLst/>
          </a:prstGeom>
        </p:spPr>
        <p:txBody>
          <a:bodyPr spcFirstLastPara="1" wrap="square" lIns="0" tIns="72000" rIns="0" bIns="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1" name="Google Shape;811;p68"/>
          <p:cNvSpPr txBox="1">
            <a:spLocks noGrp="1"/>
          </p:cNvSpPr>
          <p:nvPr>
            <p:ph type="subTitle" idx="6"/>
          </p:nvPr>
        </p:nvSpPr>
        <p:spPr>
          <a:xfrm>
            <a:off x="229085" y="3018975"/>
            <a:ext cx="1170000" cy="374400"/>
          </a:xfrm>
          <a:prstGeom prst="rect">
            <a:avLst/>
          </a:prstGeom>
        </p:spPr>
        <p:txBody>
          <a:bodyPr spcFirstLastPara="1" wrap="square" lIns="0" tIns="72000" rIns="0" bIns="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2" name="Google Shape;812;p68"/>
          <p:cNvSpPr txBox="1">
            <a:spLocks noGrp="1"/>
          </p:cNvSpPr>
          <p:nvPr>
            <p:ph type="subTitle" idx="7"/>
          </p:nvPr>
        </p:nvSpPr>
        <p:spPr>
          <a:xfrm>
            <a:off x="229085" y="3694788"/>
            <a:ext cx="1170000" cy="374400"/>
          </a:xfrm>
          <a:prstGeom prst="rect">
            <a:avLst/>
          </a:prstGeom>
        </p:spPr>
        <p:txBody>
          <a:bodyPr spcFirstLastPara="1" wrap="square" lIns="0" tIns="72000" rIns="0" bIns="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3" name="Google Shape;813;p68"/>
          <p:cNvSpPr txBox="1">
            <a:spLocks noGrp="1"/>
          </p:cNvSpPr>
          <p:nvPr>
            <p:ph type="subTitle" idx="8"/>
          </p:nvPr>
        </p:nvSpPr>
        <p:spPr>
          <a:xfrm>
            <a:off x="229085" y="4371888"/>
            <a:ext cx="1170000" cy="374400"/>
          </a:xfrm>
          <a:prstGeom prst="rect">
            <a:avLst/>
          </a:prstGeom>
        </p:spPr>
        <p:txBody>
          <a:bodyPr spcFirstLastPara="1" wrap="square" lIns="0" tIns="72000" rIns="0" bIns="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4" name="Google Shape;814;p68"/>
          <p:cNvSpPr txBox="1">
            <a:spLocks noGrp="1"/>
          </p:cNvSpPr>
          <p:nvPr>
            <p:ph type="title" idx="9"/>
          </p:nvPr>
        </p:nvSpPr>
        <p:spPr>
          <a:xfrm>
            <a:off x="596525" y="753324"/>
            <a:ext cx="7062000" cy="683400"/>
          </a:xfrm>
          <a:prstGeom prst="rect">
            <a:avLst/>
          </a:prstGeom>
        </p:spPr>
        <p:txBody>
          <a:bodyPr spcFirstLastPara="1" wrap="square" lIns="91425" tIns="0" rIns="91425" bIns="91425" anchor="t" anchorCtr="0">
            <a:normAutofit/>
          </a:bodyPr>
          <a:lstStyle>
            <a:lvl1pPr lvl="0">
              <a:spcBef>
                <a:spcPts val="0"/>
              </a:spcBef>
              <a:spcAft>
                <a:spcPts val="0"/>
              </a:spcAft>
              <a:buSzPts val="2800"/>
              <a:buNone/>
              <a:defRPr sz="4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15" name="Google Shape;815;p68"/>
          <p:cNvSpPr txBox="1">
            <a:spLocks noGrp="1"/>
          </p:cNvSpPr>
          <p:nvPr>
            <p:ph type="subTitle" idx="13"/>
          </p:nvPr>
        </p:nvSpPr>
        <p:spPr>
          <a:xfrm>
            <a:off x="7916986" y="1436834"/>
            <a:ext cx="810000" cy="226800"/>
          </a:xfrm>
          <a:prstGeom prst="rect">
            <a:avLst/>
          </a:prstGeom>
        </p:spPr>
        <p:txBody>
          <a:bodyPr spcFirstLastPara="1" wrap="square" lIns="90000" tIns="0" rIns="0" bIns="72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6" name="Google Shape;816;p68"/>
          <p:cNvSpPr txBox="1">
            <a:spLocks noGrp="1"/>
          </p:cNvSpPr>
          <p:nvPr>
            <p:ph type="subTitle" idx="14"/>
          </p:nvPr>
        </p:nvSpPr>
        <p:spPr>
          <a:xfrm>
            <a:off x="6689861" y="1436834"/>
            <a:ext cx="810000" cy="226800"/>
          </a:xfrm>
          <a:prstGeom prst="rect">
            <a:avLst/>
          </a:prstGeom>
        </p:spPr>
        <p:txBody>
          <a:bodyPr spcFirstLastPara="1" wrap="square" lIns="90000" tIns="0" rIns="0" bIns="72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7" name="Google Shape;817;p68"/>
          <p:cNvSpPr txBox="1">
            <a:spLocks noGrp="1"/>
          </p:cNvSpPr>
          <p:nvPr>
            <p:ph type="subTitle" idx="15"/>
          </p:nvPr>
        </p:nvSpPr>
        <p:spPr>
          <a:xfrm>
            <a:off x="5462861" y="1436834"/>
            <a:ext cx="810000" cy="226800"/>
          </a:xfrm>
          <a:prstGeom prst="rect">
            <a:avLst/>
          </a:prstGeom>
        </p:spPr>
        <p:txBody>
          <a:bodyPr spcFirstLastPara="1" wrap="square" lIns="90000" tIns="0" rIns="0" bIns="72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8" name="Google Shape;818;p68"/>
          <p:cNvSpPr txBox="1">
            <a:spLocks noGrp="1"/>
          </p:cNvSpPr>
          <p:nvPr>
            <p:ph type="subTitle" idx="16"/>
          </p:nvPr>
        </p:nvSpPr>
        <p:spPr>
          <a:xfrm>
            <a:off x="4235836" y="1436834"/>
            <a:ext cx="810000" cy="226800"/>
          </a:xfrm>
          <a:prstGeom prst="rect">
            <a:avLst/>
          </a:prstGeom>
        </p:spPr>
        <p:txBody>
          <a:bodyPr spcFirstLastPara="1" wrap="square" lIns="90000" tIns="0" rIns="0" bIns="72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19" name="Google Shape;819;p68"/>
          <p:cNvSpPr txBox="1">
            <a:spLocks noGrp="1"/>
          </p:cNvSpPr>
          <p:nvPr>
            <p:ph type="subTitle" idx="17"/>
          </p:nvPr>
        </p:nvSpPr>
        <p:spPr>
          <a:xfrm>
            <a:off x="3008011" y="1436834"/>
            <a:ext cx="810000" cy="226800"/>
          </a:xfrm>
          <a:prstGeom prst="rect">
            <a:avLst/>
          </a:prstGeom>
        </p:spPr>
        <p:txBody>
          <a:bodyPr spcFirstLastPara="1" wrap="square" lIns="90000" tIns="0" rIns="0" bIns="72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
        <p:nvSpPr>
          <p:cNvPr id="820" name="Google Shape;820;p68"/>
          <p:cNvSpPr txBox="1">
            <a:spLocks noGrp="1"/>
          </p:cNvSpPr>
          <p:nvPr>
            <p:ph type="subTitle" idx="18"/>
          </p:nvPr>
        </p:nvSpPr>
        <p:spPr>
          <a:xfrm>
            <a:off x="1781686" y="1436834"/>
            <a:ext cx="810000" cy="226800"/>
          </a:xfrm>
          <a:prstGeom prst="rect">
            <a:avLst/>
          </a:prstGeom>
        </p:spPr>
        <p:txBody>
          <a:bodyPr spcFirstLastPara="1" wrap="square" lIns="90000" tIns="0" rIns="0" bIns="72000" anchor="t" anchorCtr="0">
            <a:normAutofit/>
          </a:bodyPr>
          <a:lstStyle>
            <a:lvl1pPr lvl="0">
              <a:spcBef>
                <a:spcPts val="0"/>
              </a:spcBef>
              <a:spcAft>
                <a:spcPts val="0"/>
              </a:spcAft>
              <a:buClr>
                <a:schemeClr val="dk1"/>
              </a:buClr>
              <a:buSzPts val="1000"/>
              <a:buFont typeface="Hanken Grotesk"/>
              <a:buNone/>
              <a:defRPr/>
            </a:lvl1pPr>
            <a:lvl2pPr lvl="1">
              <a:spcBef>
                <a:spcPts val="0"/>
              </a:spcBef>
              <a:spcAft>
                <a:spcPts val="0"/>
              </a:spcAft>
              <a:buSzPts val="1000"/>
              <a:buFont typeface="Hanken Grotesk"/>
              <a:buNone/>
              <a:defRPr/>
            </a:lvl2pPr>
            <a:lvl3pPr lvl="2">
              <a:spcBef>
                <a:spcPts val="0"/>
              </a:spcBef>
              <a:spcAft>
                <a:spcPts val="0"/>
              </a:spcAft>
              <a:buSzPts val="1000"/>
              <a:buFont typeface="Hanken Grotesk"/>
              <a:buNone/>
              <a:defRPr/>
            </a:lvl3pPr>
            <a:lvl4pPr lvl="3">
              <a:spcBef>
                <a:spcPts val="0"/>
              </a:spcBef>
              <a:spcAft>
                <a:spcPts val="0"/>
              </a:spcAft>
              <a:buSzPts val="1000"/>
              <a:buFont typeface="Hanken Grotesk"/>
              <a:buNone/>
              <a:defRPr/>
            </a:lvl4pPr>
            <a:lvl5pPr lvl="4">
              <a:spcBef>
                <a:spcPts val="0"/>
              </a:spcBef>
              <a:spcAft>
                <a:spcPts val="0"/>
              </a:spcAft>
              <a:buSzPts val="1000"/>
              <a:buFont typeface="Hanken Grotesk"/>
              <a:buNone/>
              <a:defRPr/>
            </a:lvl5pPr>
            <a:lvl6pPr lvl="5">
              <a:spcBef>
                <a:spcPts val="0"/>
              </a:spcBef>
              <a:spcAft>
                <a:spcPts val="0"/>
              </a:spcAft>
              <a:buSzPts val="1000"/>
              <a:buFont typeface="Hanken Grotesk"/>
              <a:buNone/>
              <a:defRPr/>
            </a:lvl6pPr>
            <a:lvl7pPr lvl="6">
              <a:spcBef>
                <a:spcPts val="0"/>
              </a:spcBef>
              <a:spcAft>
                <a:spcPts val="0"/>
              </a:spcAft>
              <a:buSzPts val="1000"/>
              <a:buFont typeface="Hanken Grotesk"/>
              <a:buNone/>
              <a:defRPr/>
            </a:lvl7pPr>
            <a:lvl8pPr lvl="7">
              <a:spcBef>
                <a:spcPts val="0"/>
              </a:spcBef>
              <a:spcAft>
                <a:spcPts val="0"/>
              </a:spcAft>
              <a:buSzPts val="1000"/>
              <a:buFont typeface="Hanken Grotesk"/>
              <a:buNone/>
              <a:defRPr/>
            </a:lvl8pPr>
            <a:lvl9pPr lvl="8">
              <a:spcBef>
                <a:spcPts val="0"/>
              </a:spcBef>
              <a:spcAft>
                <a:spcPts val="0"/>
              </a:spcAft>
              <a:buSzPts val="1000"/>
              <a:buFont typeface="Hanken Grotesk"/>
              <a:buNone/>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Closer">
  <p:cSld name="CUSTOM_3">
    <p:spTree>
      <p:nvGrpSpPr>
        <p:cNvPr id="1" name="Shape 821"/>
        <p:cNvGrpSpPr/>
        <p:nvPr/>
      </p:nvGrpSpPr>
      <p:grpSpPr>
        <a:xfrm>
          <a:off x="0" y="0"/>
          <a:ext cx="0" cy="0"/>
          <a:chOff x="0" y="0"/>
          <a:chExt cx="0" cy="0"/>
        </a:xfrm>
      </p:grpSpPr>
      <p:sp>
        <p:nvSpPr>
          <p:cNvPr id="822" name="Google Shape;822;p69"/>
          <p:cNvSpPr/>
          <p:nvPr/>
        </p:nvSpPr>
        <p:spPr>
          <a:xfrm>
            <a:off x="-2450" y="486600"/>
            <a:ext cx="9144000" cy="4656900"/>
          </a:xfrm>
          <a:prstGeom prst="roundRect">
            <a:avLst>
              <a:gd name="adj" fmla="val 0"/>
            </a:avLst>
          </a:prstGeom>
          <a:solidFill>
            <a:schemeClr val="accen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23" name="Google Shape;823;p69"/>
          <p:cNvSpPr txBox="1">
            <a:spLocks noGrp="1"/>
          </p:cNvSpPr>
          <p:nvPr>
            <p:ph type="title"/>
          </p:nvPr>
        </p:nvSpPr>
        <p:spPr>
          <a:xfrm>
            <a:off x="593175" y="486000"/>
            <a:ext cx="7916400" cy="27432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a:endParaRPr/>
          </a:p>
        </p:txBody>
      </p:sp>
      <p:sp>
        <p:nvSpPr>
          <p:cNvPr id="824" name="Google Shape;824;p69"/>
          <p:cNvSpPr txBox="1">
            <a:spLocks noGrp="1"/>
          </p:cNvSpPr>
          <p:nvPr>
            <p:ph type="body" idx="1"/>
          </p:nvPr>
        </p:nvSpPr>
        <p:spPr>
          <a:xfrm>
            <a:off x="575438" y="4387200"/>
            <a:ext cx="2919600" cy="648000"/>
          </a:xfrm>
          <a:prstGeom prst="rect">
            <a:avLst/>
          </a:prstGeom>
        </p:spPr>
        <p:txBody>
          <a:bodyPr spcFirstLastPara="1" wrap="square" lIns="0" tIns="0" rIns="0" bIns="91425" anchor="t" anchorCtr="0">
            <a:normAutofit/>
          </a:bodyPr>
          <a:lstStyle>
            <a:lvl1pPr marL="457200" lvl="0" indent="-292100">
              <a:spcBef>
                <a:spcPts val="0"/>
              </a:spcBef>
              <a:spcAft>
                <a:spcPts val="0"/>
              </a:spcAft>
              <a:buClr>
                <a:schemeClr val="dk1"/>
              </a:buClr>
              <a:buSzPts val="1000"/>
              <a:buFont typeface="Hanken Grotesk"/>
              <a:buChar char="●"/>
              <a:defRPr/>
            </a:lvl1pPr>
            <a:lvl2pPr marL="914400" lvl="1" indent="-292100">
              <a:spcBef>
                <a:spcPts val="0"/>
              </a:spcBef>
              <a:spcAft>
                <a:spcPts val="0"/>
              </a:spcAft>
              <a:buClr>
                <a:schemeClr val="dk1"/>
              </a:buClr>
              <a:buSzPts val="1000"/>
              <a:buFont typeface="Hanken Grotesk"/>
              <a:buChar char="○"/>
              <a:defRPr/>
            </a:lvl2pPr>
            <a:lvl3pPr marL="1371600" lvl="2" indent="-292100">
              <a:spcBef>
                <a:spcPts val="0"/>
              </a:spcBef>
              <a:spcAft>
                <a:spcPts val="0"/>
              </a:spcAft>
              <a:buClr>
                <a:schemeClr val="dk1"/>
              </a:buClr>
              <a:buSzPts val="1000"/>
              <a:buFont typeface="Hanken Grotesk"/>
              <a:buChar char="■"/>
              <a:defRPr/>
            </a:lvl3pPr>
            <a:lvl4pPr marL="1828800" lvl="3" indent="-292100">
              <a:spcBef>
                <a:spcPts val="0"/>
              </a:spcBef>
              <a:spcAft>
                <a:spcPts val="0"/>
              </a:spcAft>
              <a:buClr>
                <a:schemeClr val="dk1"/>
              </a:buClr>
              <a:buSzPts val="1000"/>
              <a:buFont typeface="Hanken Grotesk"/>
              <a:buChar char="●"/>
              <a:defRPr/>
            </a:lvl4pPr>
            <a:lvl5pPr marL="2286000" lvl="4" indent="-292100">
              <a:spcBef>
                <a:spcPts val="0"/>
              </a:spcBef>
              <a:spcAft>
                <a:spcPts val="0"/>
              </a:spcAft>
              <a:buClr>
                <a:schemeClr val="dk1"/>
              </a:buClr>
              <a:buSzPts val="1000"/>
              <a:buFont typeface="Hanken Grotesk"/>
              <a:buChar char="○"/>
              <a:defRPr/>
            </a:lvl5pPr>
            <a:lvl6pPr marL="2743200" lvl="5" indent="-292100">
              <a:spcBef>
                <a:spcPts val="0"/>
              </a:spcBef>
              <a:spcAft>
                <a:spcPts val="0"/>
              </a:spcAft>
              <a:buClr>
                <a:schemeClr val="dk1"/>
              </a:buClr>
              <a:buSzPts val="1000"/>
              <a:buFont typeface="Hanken Grotesk"/>
              <a:buChar char="■"/>
              <a:defRPr/>
            </a:lvl6pPr>
            <a:lvl7pPr marL="3200400" lvl="6" indent="-292100">
              <a:spcBef>
                <a:spcPts val="0"/>
              </a:spcBef>
              <a:spcAft>
                <a:spcPts val="0"/>
              </a:spcAft>
              <a:buClr>
                <a:schemeClr val="dk1"/>
              </a:buClr>
              <a:buSzPts val="1000"/>
              <a:buFont typeface="Hanken Grotesk"/>
              <a:buChar char="●"/>
              <a:defRPr/>
            </a:lvl7pPr>
            <a:lvl8pPr marL="3657600" lvl="7" indent="-292100">
              <a:spcBef>
                <a:spcPts val="0"/>
              </a:spcBef>
              <a:spcAft>
                <a:spcPts val="0"/>
              </a:spcAft>
              <a:buClr>
                <a:schemeClr val="dk1"/>
              </a:buClr>
              <a:buSzPts val="1000"/>
              <a:buFont typeface="Hanken Grotesk"/>
              <a:buChar char="○"/>
              <a:defRPr/>
            </a:lvl8pPr>
            <a:lvl9pPr marL="4114800" lvl="8" indent="-292100">
              <a:spcBef>
                <a:spcPts val="0"/>
              </a:spcBef>
              <a:spcAft>
                <a:spcPts val="0"/>
              </a:spcAft>
              <a:buClr>
                <a:schemeClr val="dk1"/>
              </a:buClr>
              <a:buSzPts val="1000"/>
              <a:buFont typeface="Hanken Grotesk"/>
              <a:buChar char="■"/>
              <a:defRPr/>
            </a:lvl9pPr>
          </a:lstStyle>
          <a:p>
            <a:endParaRPr/>
          </a:p>
        </p:txBody>
      </p:sp>
      <p:sp>
        <p:nvSpPr>
          <p:cNvPr id="825" name="Google Shape;825;p69"/>
          <p:cNvSpPr txBox="1">
            <a:spLocks noGrp="1"/>
          </p:cNvSpPr>
          <p:nvPr>
            <p:ph type="subTitle" idx="2"/>
          </p:nvPr>
        </p:nvSpPr>
        <p:spPr>
          <a:xfrm>
            <a:off x="1284638" y="214800"/>
            <a:ext cx="1501200" cy="183600"/>
          </a:xfrm>
          <a:prstGeom prst="rect">
            <a:avLst/>
          </a:prstGeom>
        </p:spPr>
        <p:txBody>
          <a:bodyPr spcFirstLastPara="1" wrap="square" lIns="0" tIns="0" rIns="0" bIns="0" anchor="ctr" anchorCtr="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826" name="Google Shape;826;p69"/>
          <p:cNvSpPr txBox="1">
            <a:spLocks noGrp="1"/>
          </p:cNvSpPr>
          <p:nvPr>
            <p:ph type="subTitle" idx="3"/>
          </p:nvPr>
        </p:nvSpPr>
        <p:spPr>
          <a:xfrm>
            <a:off x="5539500" y="4387200"/>
            <a:ext cx="3002400" cy="6480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Closer 1">
  <p:cSld name="CUSTOM_3_1">
    <p:bg>
      <p:bgPr>
        <a:solidFill>
          <a:schemeClr val="dk2"/>
        </a:solidFill>
        <a:effectLst/>
      </p:bgPr>
    </p:bg>
    <p:spTree>
      <p:nvGrpSpPr>
        <p:cNvPr id="1" name="Shape 827"/>
        <p:cNvGrpSpPr/>
        <p:nvPr/>
      </p:nvGrpSpPr>
      <p:grpSpPr>
        <a:xfrm>
          <a:off x="0" y="0"/>
          <a:ext cx="0" cy="0"/>
          <a:chOff x="0" y="0"/>
          <a:chExt cx="0" cy="0"/>
        </a:xfrm>
      </p:grpSpPr>
      <p:sp>
        <p:nvSpPr>
          <p:cNvPr id="828" name="Google Shape;828;p70"/>
          <p:cNvSpPr/>
          <p:nvPr/>
        </p:nvSpPr>
        <p:spPr>
          <a:xfrm>
            <a:off x="-2450" y="486600"/>
            <a:ext cx="9144000" cy="4656900"/>
          </a:xfrm>
          <a:prstGeom prst="roundRect">
            <a:avLst>
              <a:gd name="adj" fmla="val 0"/>
            </a:avLst>
          </a:prstGeom>
          <a:solidFill>
            <a:schemeClr val="lt1"/>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
                <a:solidFill>
                  <a:schemeClr val="dk1"/>
                </a:solidFill>
                <a:latin typeface="Hanken Grotesk"/>
                <a:ea typeface="Hanken Grotesk"/>
                <a:cs typeface="Hanken Grotesk"/>
                <a:sym typeface="Hanken Grotesk"/>
              </a:rPr>
              <a:t> </a:t>
            </a:r>
            <a:endParaRPr>
              <a:solidFill>
                <a:schemeClr val="dk1"/>
              </a:solidFill>
              <a:latin typeface="Hanken Grotesk"/>
              <a:ea typeface="Hanken Grotesk"/>
              <a:cs typeface="Hanken Grotesk"/>
              <a:sym typeface="Hanken Grotesk"/>
            </a:endParaRPr>
          </a:p>
        </p:txBody>
      </p:sp>
      <p:sp>
        <p:nvSpPr>
          <p:cNvPr id="829" name="Google Shape;829;p70"/>
          <p:cNvSpPr txBox="1">
            <a:spLocks noGrp="1"/>
          </p:cNvSpPr>
          <p:nvPr>
            <p:ph type="title"/>
          </p:nvPr>
        </p:nvSpPr>
        <p:spPr>
          <a:xfrm>
            <a:off x="593175" y="486000"/>
            <a:ext cx="7916400" cy="2743200"/>
          </a:xfrm>
          <a:prstGeom prst="rect">
            <a:avLst/>
          </a:prstGeom>
        </p:spPr>
        <p:txBody>
          <a:bodyPr spcFirstLastPara="1" wrap="square" lIns="0" tIns="0" rIns="0" bIns="0" anchor="b" anchorCtr="0">
            <a:noAutofit/>
          </a:bodyPr>
          <a:lstStyle>
            <a:lvl1pPr lvl="0">
              <a:lnSpc>
                <a:spcPct val="80000"/>
              </a:lnSpc>
              <a:spcBef>
                <a:spcPts val="0"/>
              </a:spcBef>
              <a:spcAft>
                <a:spcPts val="0"/>
              </a:spcAft>
              <a:buSzPts val="8000"/>
              <a:buFont typeface="Neuton Light"/>
              <a:buNone/>
              <a:defRPr sz="8000"/>
            </a:lvl1pPr>
            <a:lvl2pPr lvl="1">
              <a:lnSpc>
                <a:spcPct val="80000"/>
              </a:lnSpc>
              <a:spcBef>
                <a:spcPts val="0"/>
              </a:spcBef>
              <a:spcAft>
                <a:spcPts val="0"/>
              </a:spcAft>
              <a:buSzPts val="5000"/>
              <a:buFont typeface="Neuton Light"/>
              <a:buNone/>
              <a:defRPr sz="5000"/>
            </a:lvl2pPr>
            <a:lvl3pPr lvl="2">
              <a:lnSpc>
                <a:spcPct val="80000"/>
              </a:lnSpc>
              <a:spcBef>
                <a:spcPts val="0"/>
              </a:spcBef>
              <a:spcAft>
                <a:spcPts val="0"/>
              </a:spcAft>
              <a:buSzPts val="5000"/>
              <a:buFont typeface="Neuton Light"/>
              <a:buNone/>
              <a:defRPr sz="5000"/>
            </a:lvl3pPr>
            <a:lvl4pPr lvl="3">
              <a:lnSpc>
                <a:spcPct val="80000"/>
              </a:lnSpc>
              <a:spcBef>
                <a:spcPts val="0"/>
              </a:spcBef>
              <a:spcAft>
                <a:spcPts val="0"/>
              </a:spcAft>
              <a:buSzPts val="5000"/>
              <a:buFont typeface="Neuton Light"/>
              <a:buNone/>
              <a:defRPr sz="5000"/>
            </a:lvl4pPr>
            <a:lvl5pPr lvl="4">
              <a:lnSpc>
                <a:spcPct val="80000"/>
              </a:lnSpc>
              <a:spcBef>
                <a:spcPts val="0"/>
              </a:spcBef>
              <a:spcAft>
                <a:spcPts val="0"/>
              </a:spcAft>
              <a:buSzPts val="5000"/>
              <a:buFont typeface="Neuton Light"/>
              <a:buNone/>
              <a:defRPr sz="5000"/>
            </a:lvl5pPr>
            <a:lvl6pPr lvl="5">
              <a:lnSpc>
                <a:spcPct val="80000"/>
              </a:lnSpc>
              <a:spcBef>
                <a:spcPts val="0"/>
              </a:spcBef>
              <a:spcAft>
                <a:spcPts val="0"/>
              </a:spcAft>
              <a:buSzPts val="5000"/>
              <a:buFont typeface="Neuton Light"/>
              <a:buNone/>
              <a:defRPr sz="5000"/>
            </a:lvl6pPr>
            <a:lvl7pPr lvl="6">
              <a:lnSpc>
                <a:spcPct val="80000"/>
              </a:lnSpc>
              <a:spcBef>
                <a:spcPts val="0"/>
              </a:spcBef>
              <a:spcAft>
                <a:spcPts val="0"/>
              </a:spcAft>
              <a:buSzPts val="5000"/>
              <a:buFont typeface="Neuton Light"/>
              <a:buNone/>
              <a:defRPr sz="5000"/>
            </a:lvl7pPr>
            <a:lvl8pPr lvl="7">
              <a:lnSpc>
                <a:spcPct val="80000"/>
              </a:lnSpc>
              <a:spcBef>
                <a:spcPts val="0"/>
              </a:spcBef>
              <a:spcAft>
                <a:spcPts val="0"/>
              </a:spcAft>
              <a:buSzPts val="5000"/>
              <a:buFont typeface="Neuton Light"/>
              <a:buNone/>
              <a:defRPr sz="5000"/>
            </a:lvl8pPr>
            <a:lvl9pPr lvl="8">
              <a:lnSpc>
                <a:spcPct val="80000"/>
              </a:lnSpc>
              <a:spcBef>
                <a:spcPts val="0"/>
              </a:spcBef>
              <a:spcAft>
                <a:spcPts val="0"/>
              </a:spcAft>
              <a:buSzPts val="5000"/>
              <a:buFont typeface="Neuton Light"/>
              <a:buNone/>
              <a:defRPr sz="5000"/>
            </a:lvl9pPr>
          </a:lstStyle>
          <a:p>
            <a:endParaRPr/>
          </a:p>
        </p:txBody>
      </p:sp>
      <p:sp>
        <p:nvSpPr>
          <p:cNvPr id="830" name="Google Shape;830;p70"/>
          <p:cNvSpPr txBox="1">
            <a:spLocks noGrp="1"/>
          </p:cNvSpPr>
          <p:nvPr>
            <p:ph type="body" idx="1"/>
          </p:nvPr>
        </p:nvSpPr>
        <p:spPr>
          <a:xfrm>
            <a:off x="575438" y="4387200"/>
            <a:ext cx="2919600" cy="648000"/>
          </a:xfrm>
          <a:prstGeom prst="rect">
            <a:avLst/>
          </a:prstGeom>
        </p:spPr>
        <p:txBody>
          <a:bodyPr spcFirstLastPara="1" wrap="square" lIns="0" tIns="0" rIns="0" bIns="91425" anchor="t" anchorCtr="0">
            <a:normAutofit/>
          </a:bodyPr>
          <a:lstStyle>
            <a:lvl1pPr marL="457200" lvl="0" indent="-292100">
              <a:spcBef>
                <a:spcPts val="0"/>
              </a:spcBef>
              <a:spcAft>
                <a:spcPts val="0"/>
              </a:spcAft>
              <a:buClr>
                <a:schemeClr val="dk1"/>
              </a:buClr>
              <a:buSzPts val="1000"/>
              <a:buFont typeface="Hanken Grotesk"/>
              <a:buChar char="●"/>
              <a:defRPr/>
            </a:lvl1pPr>
            <a:lvl2pPr marL="914400" lvl="1" indent="-292100">
              <a:spcBef>
                <a:spcPts val="0"/>
              </a:spcBef>
              <a:spcAft>
                <a:spcPts val="0"/>
              </a:spcAft>
              <a:buClr>
                <a:schemeClr val="dk1"/>
              </a:buClr>
              <a:buSzPts val="1000"/>
              <a:buFont typeface="Hanken Grotesk"/>
              <a:buChar char="○"/>
              <a:defRPr/>
            </a:lvl2pPr>
            <a:lvl3pPr marL="1371600" lvl="2" indent="-292100">
              <a:spcBef>
                <a:spcPts val="0"/>
              </a:spcBef>
              <a:spcAft>
                <a:spcPts val="0"/>
              </a:spcAft>
              <a:buClr>
                <a:schemeClr val="dk1"/>
              </a:buClr>
              <a:buSzPts val="1000"/>
              <a:buFont typeface="Hanken Grotesk"/>
              <a:buChar char="■"/>
              <a:defRPr/>
            </a:lvl3pPr>
            <a:lvl4pPr marL="1828800" lvl="3" indent="-292100">
              <a:spcBef>
                <a:spcPts val="0"/>
              </a:spcBef>
              <a:spcAft>
                <a:spcPts val="0"/>
              </a:spcAft>
              <a:buClr>
                <a:schemeClr val="dk1"/>
              </a:buClr>
              <a:buSzPts val="1000"/>
              <a:buFont typeface="Hanken Grotesk"/>
              <a:buChar char="●"/>
              <a:defRPr/>
            </a:lvl4pPr>
            <a:lvl5pPr marL="2286000" lvl="4" indent="-292100">
              <a:spcBef>
                <a:spcPts val="0"/>
              </a:spcBef>
              <a:spcAft>
                <a:spcPts val="0"/>
              </a:spcAft>
              <a:buClr>
                <a:schemeClr val="dk1"/>
              </a:buClr>
              <a:buSzPts val="1000"/>
              <a:buFont typeface="Hanken Grotesk"/>
              <a:buChar char="○"/>
              <a:defRPr/>
            </a:lvl5pPr>
            <a:lvl6pPr marL="2743200" lvl="5" indent="-292100">
              <a:spcBef>
                <a:spcPts val="0"/>
              </a:spcBef>
              <a:spcAft>
                <a:spcPts val="0"/>
              </a:spcAft>
              <a:buClr>
                <a:schemeClr val="dk1"/>
              </a:buClr>
              <a:buSzPts val="1000"/>
              <a:buFont typeface="Hanken Grotesk"/>
              <a:buChar char="■"/>
              <a:defRPr/>
            </a:lvl6pPr>
            <a:lvl7pPr marL="3200400" lvl="6" indent="-292100">
              <a:spcBef>
                <a:spcPts val="0"/>
              </a:spcBef>
              <a:spcAft>
                <a:spcPts val="0"/>
              </a:spcAft>
              <a:buClr>
                <a:schemeClr val="dk1"/>
              </a:buClr>
              <a:buSzPts val="1000"/>
              <a:buFont typeface="Hanken Grotesk"/>
              <a:buChar char="●"/>
              <a:defRPr/>
            </a:lvl7pPr>
            <a:lvl8pPr marL="3657600" lvl="7" indent="-292100">
              <a:spcBef>
                <a:spcPts val="0"/>
              </a:spcBef>
              <a:spcAft>
                <a:spcPts val="0"/>
              </a:spcAft>
              <a:buClr>
                <a:schemeClr val="dk1"/>
              </a:buClr>
              <a:buSzPts val="1000"/>
              <a:buFont typeface="Hanken Grotesk"/>
              <a:buChar char="○"/>
              <a:defRPr/>
            </a:lvl8pPr>
            <a:lvl9pPr marL="4114800" lvl="8" indent="-292100">
              <a:spcBef>
                <a:spcPts val="0"/>
              </a:spcBef>
              <a:spcAft>
                <a:spcPts val="0"/>
              </a:spcAft>
              <a:buClr>
                <a:schemeClr val="dk1"/>
              </a:buClr>
              <a:buSzPts val="1000"/>
              <a:buFont typeface="Hanken Grotesk"/>
              <a:buChar char="■"/>
              <a:defRPr/>
            </a:lvl9pPr>
          </a:lstStyle>
          <a:p>
            <a:endParaRPr/>
          </a:p>
        </p:txBody>
      </p:sp>
      <p:sp>
        <p:nvSpPr>
          <p:cNvPr id="831" name="Google Shape;831;p70"/>
          <p:cNvSpPr txBox="1">
            <a:spLocks noGrp="1"/>
          </p:cNvSpPr>
          <p:nvPr>
            <p:ph type="subTitle" idx="2"/>
          </p:nvPr>
        </p:nvSpPr>
        <p:spPr>
          <a:xfrm>
            <a:off x="5539500" y="4387200"/>
            <a:ext cx="3002400" cy="648000"/>
          </a:xfrm>
          <a:prstGeom prst="rect">
            <a:avLst/>
          </a:prstGeom>
        </p:spPr>
        <p:txBody>
          <a:bodyPr spcFirstLastPara="1" wrap="square" lIns="0" tIns="0" rIns="0" bIns="0" anchor="t" anchorCtr="0">
            <a:normAutofit/>
          </a:bodyPr>
          <a:lstStyle>
            <a:lvl1pPr lvl="0" algn="r">
              <a:spcBef>
                <a:spcPts val="0"/>
              </a:spcBef>
              <a:spcAft>
                <a:spcPts val="0"/>
              </a:spcAft>
              <a:buClr>
                <a:schemeClr val="dk1"/>
              </a:buClr>
              <a:buSzPts val="1200"/>
              <a:buFont typeface="Hanken Grotesk"/>
              <a:buNone/>
              <a:defRPr sz="1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2" name="Google Shape;832;p70"/>
          <p:cNvSpPr txBox="1">
            <a:spLocks noGrp="1"/>
          </p:cNvSpPr>
          <p:nvPr>
            <p:ph type="subTitle" idx="3"/>
          </p:nvPr>
        </p:nvSpPr>
        <p:spPr>
          <a:xfrm>
            <a:off x="1284638" y="214800"/>
            <a:ext cx="1501200" cy="183600"/>
          </a:xfrm>
          <a:prstGeom prst="rect">
            <a:avLst/>
          </a:prstGeom>
        </p:spPr>
        <p:txBody>
          <a:bodyPr spcFirstLastPara="1" wrap="square" lIns="0" tIns="0" rIns="0" bIns="0" anchor="ctr" anchorCtr="0">
            <a:normAutofit/>
          </a:bodyPr>
          <a:lstStyle>
            <a:lvl1pPr lvl="0" algn="ctr">
              <a:spcBef>
                <a:spcPts val="0"/>
              </a:spcBef>
              <a:spcAft>
                <a:spcPts val="0"/>
              </a:spcAft>
              <a:buClr>
                <a:schemeClr val="dk1"/>
              </a:buClr>
              <a:buSzPts val="1200"/>
              <a:buFont typeface="Hanken Grotesk"/>
              <a:buNone/>
              <a:defRPr sz="1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Columns 1 1">
  <p:cSld name="CUSTOM_7_1_1_1_1_1_1_1_1_1_1_1_1_1_1_1_1_6_1">
    <p:spTree>
      <p:nvGrpSpPr>
        <p:cNvPr id="1" name="Shape 833"/>
        <p:cNvGrpSpPr/>
        <p:nvPr/>
      </p:nvGrpSpPr>
      <p:grpSpPr>
        <a:xfrm>
          <a:off x="0" y="0"/>
          <a:ext cx="0" cy="0"/>
          <a:chOff x="0" y="0"/>
          <a:chExt cx="0" cy="0"/>
        </a:xfrm>
      </p:grpSpPr>
      <p:sp>
        <p:nvSpPr>
          <p:cNvPr id="834" name="Google Shape;834;p71"/>
          <p:cNvSpPr txBox="1">
            <a:spLocks noGrp="1"/>
          </p:cNvSpPr>
          <p:nvPr>
            <p:ph type="title"/>
          </p:nvPr>
        </p:nvSpPr>
        <p:spPr>
          <a:xfrm>
            <a:off x="2184250" y="1632575"/>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35" name="Google Shape;835;p71"/>
          <p:cNvSpPr txBox="1">
            <a:spLocks noGrp="1"/>
          </p:cNvSpPr>
          <p:nvPr>
            <p:ph type="title" idx="2"/>
          </p:nvPr>
        </p:nvSpPr>
        <p:spPr>
          <a:xfrm>
            <a:off x="3962263" y="1632575"/>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36" name="Google Shape;836;p71"/>
          <p:cNvSpPr txBox="1">
            <a:spLocks noGrp="1"/>
          </p:cNvSpPr>
          <p:nvPr>
            <p:ph type="title" idx="3"/>
          </p:nvPr>
        </p:nvSpPr>
        <p:spPr>
          <a:xfrm>
            <a:off x="406525" y="1632575"/>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37" name="Google Shape;837;p71"/>
          <p:cNvSpPr txBox="1">
            <a:spLocks noGrp="1"/>
          </p:cNvSpPr>
          <p:nvPr>
            <p:ph type="title" idx="4"/>
          </p:nvPr>
        </p:nvSpPr>
        <p:spPr>
          <a:xfrm>
            <a:off x="5729600" y="1632575"/>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38" name="Google Shape;838;p71"/>
          <p:cNvSpPr txBox="1">
            <a:spLocks noGrp="1"/>
          </p:cNvSpPr>
          <p:nvPr>
            <p:ph type="title" idx="5"/>
          </p:nvPr>
        </p:nvSpPr>
        <p:spPr>
          <a:xfrm>
            <a:off x="7518138" y="1632575"/>
            <a:ext cx="1440300" cy="252000"/>
          </a:xfrm>
          <a:prstGeom prst="rect">
            <a:avLst/>
          </a:prstGeom>
        </p:spPr>
        <p:txBody>
          <a:bodyPr spcFirstLastPara="1" wrap="square" lIns="0" tIns="0" rIns="0" bIns="0" anchor="ctr" anchorCtr="0">
            <a:noAutofit/>
          </a:bodyPr>
          <a:lstStyle>
            <a:lvl1pPr lvl="0" algn="ctr">
              <a:lnSpc>
                <a:spcPct val="90000"/>
              </a:lnSpc>
              <a:spcBef>
                <a:spcPts val="0"/>
              </a:spcBef>
              <a:spcAft>
                <a:spcPts val="0"/>
              </a:spcAft>
              <a:buSzPts val="2800"/>
              <a:buNone/>
              <a:defRPr sz="1000">
                <a:latin typeface="Hanken Grotesk"/>
                <a:ea typeface="Hanken Grotesk"/>
                <a:cs typeface="Hanken Grotesk"/>
                <a:sym typeface="Hanken Grotesk"/>
              </a:defRPr>
            </a:lvl1pPr>
            <a:lvl2pPr lvl="1" algn="ctr">
              <a:lnSpc>
                <a:spcPct val="115000"/>
              </a:lnSpc>
              <a:spcBef>
                <a:spcPts val="0"/>
              </a:spcBef>
              <a:spcAft>
                <a:spcPts val="0"/>
              </a:spcAft>
              <a:buSzPts val="2800"/>
              <a:buNone/>
              <a:defRPr sz="1000">
                <a:latin typeface="Hanken Grotesk"/>
                <a:ea typeface="Hanken Grotesk"/>
                <a:cs typeface="Hanken Grotesk"/>
                <a:sym typeface="Hanken Grotesk"/>
              </a:defRPr>
            </a:lvl2pPr>
            <a:lvl3pPr lvl="2" algn="ctr">
              <a:lnSpc>
                <a:spcPct val="115000"/>
              </a:lnSpc>
              <a:spcBef>
                <a:spcPts val="0"/>
              </a:spcBef>
              <a:spcAft>
                <a:spcPts val="0"/>
              </a:spcAft>
              <a:buSzPts val="2800"/>
              <a:buNone/>
              <a:defRPr sz="1000">
                <a:latin typeface="Hanken Grotesk"/>
                <a:ea typeface="Hanken Grotesk"/>
                <a:cs typeface="Hanken Grotesk"/>
                <a:sym typeface="Hanken Grotesk"/>
              </a:defRPr>
            </a:lvl3pPr>
            <a:lvl4pPr lvl="3" algn="ctr">
              <a:lnSpc>
                <a:spcPct val="115000"/>
              </a:lnSpc>
              <a:spcBef>
                <a:spcPts val="0"/>
              </a:spcBef>
              <a:spcAft>
                <a:spcPts val="0"/>
              </a:spcAft>
              <a:buSzPts val="2800"/>
              <a:buNone/>
              <a:defRPr sz="1000">
                <a:latin typeface="Hanken Grotesk"/>
                <a:ea typeface="Hanken Grotesk"/>
                <a:cs typeface="Hanken Grotesk"/>
                <a:sym typeface="Hanken Grotesk"/>
              </a:defRPr>
            </a:lvl4pPr>
            <a:lvl5pPr lvl="4" algn="ctr">
              <a:lnSpc>
                <a:spcPct val="115000"/>
              </a:lnSpc>
              <a:spcBef>
                <a:spcPts val="0"/>
              </a:spcBef>
              <a:spcAft>
                <a:spcPts val="0"/>
              </a:spcAft>
              <a:buSzPts val="2800"/>
              <a:buNone/>
              <a:defRPr sz="1000">
                <a:latin typeface="Hanken Grotesk"/>
                <a:ea typeface="Hanken Grotesk"/>
                <a:cs typeface="Hanken Grotesk"/>
                <a:sym typeface="Hanken Grotesk"/>
              </a:defRPr>
            </a:lvl5pPr>
            <a:lvl6pPr lvl="5" algn="ctr">
              <a:lnSpc>
                <a:spcPct val="115000"/>
              </a:lnSpc>
              <a:spcBef>
                <a:spcPts val="0"/>
              </a:spcBef>
              <a:spcAft>
                <a:spcPts val="0"/>
              </a:spcAft>
              <a:buSzPts val="2800"/>
              <a:buNone/>
              <a:defRPr sz="1000">
                <a:latin typeface="Hanken Grotesk"/>
                <a:ea typeface="Hanken Grotesk"/>
                <a:cs typeface="Hanken Grotesk"/>
                <a:sym typeface="Hanken Grotesk"/>
              </a:defRPr>
            </a:lvl6pPr>
            <a:lvl7pPr lvl="6" algn="ctr">
              <a:lnSpc>
                <a:spcPct val="115000"/>
              </a:lnSpc>
              <a:spcBef>
                <a:spcPts val="0"/>
              </a:spcBef>
              <a:spcAft>
                <a:spcPts val="0"/>
              </a:spcAft>
              <a:buSzPts val="2800"/>
              <a:buNone/>
              <a:defRPr sz="1000">
                <a:latin typeface="Hanken Grotesk"/>
                <a:ea typeface="Hanken Grotesk"/>
                <a:cs typeface="Hanken Grotesk"/>
                <a:sym typeface="Hanken Grotesk"/>
              </a:defRPr>
            </a:lvl7pPr>
            <a:lvl8pPr lvl="7" algn="ctr">
              <a:lnSpc>
                <a:spcPct val="115000"/>
              </a:lnSpc>
              <a:spcBef>
                <a:spcPts val="0"/>
              </a:spcBef>
              <a:spcAft>
                <a:spcPts val="0"/>
              </a:spcAft>
              <a:buSzPts val="2800"/>
              <a:buNone/>
              <a:defRPr sz="1000">
                <a:latin typeface="Hanken Grotesk"/>
                <a:ea typeface="Hanken Grotesk"/>
                <a:cs typeface="Hanken Grotesk"/>
                <a:sym typeface="Hanken Grotesk"/>
              </a:defRPr>
            </a:lvl8pPr>
            <a:lvl9pPr lvl="8" algn="ctr">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39" name="Google Shape;839;p71"/>
          <p:cNvSpPr txBox="1">
            <a:spLocks noGrp="1"/>
          </p:cNvSpPr>
          <p:nvPr>
            <p:ph type="title" idx="6"/>
          </p:nvPr>
        </p:nvSpPr>
        <p:spPr>
          <a:xfrm>
            <a:off x="224752" y="604888"/>
            <a:ext cx="1778700" cy="651900"/>
          </a:xfrm>
          <a:prstGeom prst="rect">
            <a:avLst/>
          </a:prstGeom>
        </p:spPr>
        <p:txBody>
          <a:bodyPr spcFirstLastPara="1" wrap="square" lIns="180000" tIns="90000" rIns="0" bIns="90000" anchor="t" anchorCtr="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40" name="Google Shape;840;p71"/>
          <p:cNvSpPr txBox="1">
            <a:spLocks noGrp="1"/>
          </p:cNvSpPr>
          <p:nvPr>
            <p:ph type="title" idx="7"/>
          </p:nvPr>
        </p:nvSpPr>
        <p:spPr>
          <a:xfrm>
            <a:off x="2003802" y="604888"/>
            <a:ext cx="1778700" cy="651900"/>
          </a:xfrm>
          <a:prstGeom prst="rect">
            <a:avLst/>
          </a:prstGeom>
        </p:spPr>
        <p:txBody>
          <a:bodyPr spcFirstLastPara="1" wrap="square" lIns="180000" tIns="90000" rIns="0" bIns="90000" anchor="t" anchorCtr="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41" name="Google Shape;841;p71"/>
          <p:cNvSpPr txBox="1">
            <a:spLocks noGrp="1"/>
          </p:cNvSpPr>
          <p:nvPr>
            <p:ph type="title" idx="8"/>
          </p:nvPr>
        </p:nvSpPr>
        <p:spPr>
          <a:xfrm>
            <a:off x="3780502" y="604888"/>
            <a:ext cx="1778700" cy="651900"/>
          </a:xfrm>
          <a:prstGeom prst="rect">
            <a:avLst/>
          </a:prstGeom>
        </p:spPr>
        <p:txBody>
          <a:bodyPr spcFirstLastPara="1" wrap="square" lIns="180000" tIns="90000" rIns="0" bIns="90000" anchor="t" anchorCtr="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42" name="Google Shape;842;p71"/>
          <p:cNvSpPr txBox="1">
            <a:spLocks noGrp="1"/>
          </p:cNvSpPr>
          <p:nvPr>
            <p:ph type="title" idx="9"/>
          </p:nvPr>
        </p:nvSpPr>
        <p:spPr>
          <a:xfrm>
            <a:off x="5558652" y="604888"/>
            <a:ext cx="1778700" cy="651900"/>
          </a:xfrm>
          <a:prstGeom prst="rect">
            <a:avLst/>
          </a:prstGeom>
        </p:spPr>
        <p:txBody>
          <a:bodyPr spcFirstLastPara="1" wrap="square" lIns="180000" tIns="90000" rIns="0" bIns="90000" anchor="t" anchorCtr="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43" name="Google Shape;843;p71"/>
          <p:cNvSpPr txBox="1">
            <a:spLocks noGrp="1"/>
          </p:cNvSpPr>
          <p:nvPr>
            <p:ph type="title" idx="13"/>
          </p:nvPr>
        </p:nvSpPr>
        <p:spPr>
          <a:xfrm>
            <a:off x="7336452" y="604888"/>
            <a:ext cx="1778700" cy="651900"/>
          </a:xfrm>
          <a:prstGeom prst="rect">
            <a:avLst/>
          </a:prstGeom>
        </p:spPr>
        <p:txBody>
          <a:bodyPr spcFirstLastPara="1" wrap="square" lIns="180000" tIns="90000" rIns="0" bIns="90000" anchor="t" anchorCtr="0">
            <a:noAutofit/>
          </a:bodyPr>
          <a:lstStyle>
            <a:lvl1pPr lvl="0">
              <a:lnSpc>
                <a:spcPct val="90000"/>
              </a:lnSpc>
              <a:spcBef>
                <a:spcPts val="0"/>
              </a:spcBef>
              <a:spcAft>
                <a:spcPts val="0"/>
              </a:spcAft>
              <a:buSzPts val="2800"/>
              <a:buNone/>
              <a:defRPr sz="4200">
                <a:latin typeface="Hanken Grotesk"/>
                <a:ea typeface="Hanken Grotesk"/>
                <a:cs typeface="Hanken Grotesk"/>
                <a:sym typeface="Hanken Grotesk"/>
              </a:defRPr>
            </a:lvl1pPr>
            <a:lvl2pPr lvl="1">
              <a:lnSpc>
                <a:spcPct val="115000"/>
              </a:lnSpc>
              <a:spcBef>
                <a:spcPts val="0"/>
              </a:spcBef>
              <a:spcAft>
                <a:spcPts val="0"/>
              </a:spcAft>
              <a:buSzPts val="2800"/>
              <a:buNone/>
              <a:defRPr sz="1000">
                <a:latin typeface="Hanken Grotesk"/>
                <a:ea typeface="Hanken Grotesk"/>
                <a:cs typeface="Hanken Grotesk"/>
                <a:sym typeface="Hanken Grotesk"/>
              </a:defRPr>
            </a:lvl2pPr>
            <a:lvl3pPr lvl="2">
              <a:lnSpc>
                <a:spcPct val="115000"/>
              </a:lnSpc>
              <a:spcBef>
                <a:spcPts val="0"/>
              </a:spcBef>
              <a:spcAft>
                <a:spcPts val="0"/>
              </a:spcAft>
              <a:buSzPts val="2800"/>
              <a:buNone/>
              <a:defRPr sz="1000">
                <a:latin typeface="Hanken Grotesk"/>
                <a:ea typeface="Hanken Grotesk"/>
                <a:cs typeface="Hanken Grotesk"/>
                <a:sym typeface="Hanken Grotesk"/>
              </a:defRPr>
            </a:lvl3pPr>
            <a:lvl4pPr lvl="3">
              <a:lnSpc>
                <a:spcPct val="115000"/>
              </a:lnSpc>
              <a:spcBef>
                <a:spcPts val="0"/>
              </a:spcBef>
              <a:spcAft>
                <a:spcPts val="0"/>
              </a:spcAft>
              <a:buSzPts val="2800"/>
              <a:buNone/>
              <a:defRPr sz="1000">
                <a:latin typeface="Hanken Grotesk"/>
                <a:ea typeface="Hanken Grotesk"/>
                <a:cs typeface="Hanken Grotesk"/>
                <a:sym typeface="Hanken Grotesk"/>
              </a:defRPr>
            </a:lvl4pPr>
            <a:lvl5pPr lvl="4">
              <a:lnSpc>
                <a:spcPct val="115000"/>
              </a:lnSpc>
              <a:spcBef>
                <a:spcPts val="0"/>
              </a:spcBef>
              <a:spcAft>
                <a:spcPts val="0"/>
              </a:spcAft>
              <a:buSzPts val="2800"/>
              <a:buNone/>
              <a:defRPr sz="1000">
                <a:latin typeface="Hanken Grotesk"/>
                <a:ea typeface="Hanken Grotesk"/>
                <a:cs typeface="Hanken Grotesk"/>
                <a:sym typeface="Hanken Grotesk"/>
              </a:defRPr>
            </a:lvl5pPr>
            <a:lvl6pPr lvl="5">
              <a:lnSpc>
                <a:spcPct val="115000"/>
              </a:lnSpc>
              <a:spcBef>
                <a:spcPts val="0"/>
              </a:spcBef>
              <a:spcAft>
                <a:spcPts val="0"/>
              </a:spcAft>
              <a:buSzPts val="2800"/>
              <a:buNone/>
              <a:defRPr sz="1000">
                <a:latin typeface="Hanken Grotesk"/>
                <a:ea typeface="Hanken Grotesk"/>
                <a:cs typeface="Hanken Grotesk"/>
                <a:sym typeface="Hanken Grotesk"/>
              </a:defRPr>
            </a:lvl6pPr>
            <a:lvl7pPr lvl="6">
              <a:lnSpc>
                <a:spcPct val="115000"/>
              </a:lnSpc>
              <a:spcBef>
                <a:spcPts val="0"/>
              </a:spcBef>
              <a:spcAft>
                <a:spcPts val="0"/>
              </a:spcAft>
              <a:buSzPts val="2800"/>
              <a:buNone/>
              <a:defRPr sz="1000">
                <a:latin typeface="Hanken Grotesk"/>
                <a:ea typeface="Hanken Grotesk"/>
                <a:cs typeface="Hanken Grotesk"/>
                <a:sym typeface="Hanken Grotesk"/>
              </a:defRPr>
            </a:lvl7pPr>
            <a:lvl8pPr lvl="7">
              <a:lnSpc>
                <a:spcPct val="115000"/>
              </a:lnSpc>
              <a:spcBef>
                <a:spcPts val="0"/>
              </a:spcBef>
              <a:spcAft>
                <a:spcPts val="0"/>
              </a:spcAft>
              <a:buSzPts val="2800"/>
              <a:buNone/>
              <a:defRPr sz="1000">
                <a:latin typeface="Hanken Grotesk"/>
                <a:ea typeface="Hanken Grotesk"/>
                <a:cs typeface="Hanken Grotesk"/>
                <a:sym typeface="Hanken Grotesk"/>
              </a:defRPr>
            </a:lvl8pPr>
            <a:lvl9pPr lvl="8">
              <a:lnSpc>
                <a:spcPct val="115000"/>
              </a:lnSpc>
              <a:spcBef>
                <a:spcPts val="0"/>
              </a:spcBef>
              <a:spcAft>
                <a:spcPts val="0"/>
              </a:spcAft>
              <a:buSzPts val="2800"/>
              <a:buNone/>
              <a:defRPr sz="1000">
                <a:latin typeface="Hanken Grotesk"/>
                <a:ea typeface="Hanken Grotesk"/>
                <a:cs typeface="Hanken Grotesk"/>
                <a:sym typeface="Hanken Grotesk"/>
              </a:defRPr>
            </a:lvl9pPr>
          </a:lstStyle>
          <a:p>
            <a:endParaRPr/>
          </a:p>
        </p:txBody>
      </p:sp>
      <p:sp>
        <p:nvSpPr>
          <p:cNvPr id="844" name="Google Shape;844;p71"/>
          <p:cNvSpPr txBox="1">
            <a:spLocks noGrp="1"/>
          </p:cNvSpPr>
          <p:nvPr>
            <p:ph type="title" idx="14"/>
          </p:nvPr>
        </p:nvSpPr>
        <p:spPr>
          <a:xfrm>
            <a:off x="7339963" y="2535900"/>
            <a:ext cx="1581000" cy="651900"/>
          </a:xfrm>
          <a:prstGeom prst="rect">
            <a:avLst/>
          </a:prstGeom>
        </p:spPr>
        <p:txBody>
          <a:bodyPr spcFirstLastPara="1" wrap="square" lIns="180000" tIns="0" rIns="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845" name="Google Shape;845;p71"/>
          <p:cNvSpPr txBox="1">
            <a:spLocks noGrp="1"/>
          </p:cNvSpPr>
          <p:nvPr>
            <p:ph type="title" idx="15"/>
          </p:nvPr>
        </p:nvSpPr>
        <p:spPr>
          <a:xfrm>
            <a:off x="3780063" y="2535900"/>
            <a:ext cx="1581000" cy="651900"/>
          </a:xfrm>
          <a:prstGeom prst="rect">
            <a:avLst/>
          </a:prstGeom>
        </p:spPr>
        <p:txBody>
          <a:bodyPr spcFirstLastPara="1" wrap="square" lIns="180000" tIns="0" rIns="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846" name="Google Shape;846;p71"/>
          <p:cNvSpPr txBox="1">
            <a:spLocks noGrp="1"/>
          </p:cNvSpPr>
          <p:nvPr>
            <p:ph type="title" idx="16"/>
          </p:nvPr>
        </p:nvSpPr>
        <p:spPr>
          <a:xfrm>
            <a:off x="5557163" y="2535900"/>
            <a:ext cx="1581000" cy="651900"/>
          </a:xfrm>
          <a:prstGeom prst="rect">
            <a:avLst/>
          </a:prstGeom>
        </p:spPr>
        <p:txBody>
          <a:bodyPr spcFirstLastPara="1" wrap="square" lIns="180000" tIns="0" rIns="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847" name="Google Shape;847;p71"/>
          <p:cNvSpPr txBox="1">
            <a:spLocks noGrp="1"/>
          </p:cNvSpPr>
          <p:nvPr>
            <p:ph type="title" idx="17"/>
          </p:nvPr>
        </p:nvSpPr>
        <p:spPr>
          <a:xfrm>
            <a:off x="227650" y="2535900"/>
            <a:ext cx="1581000" cy="651900"/>
          </a:xfrm>
          <a:prstGeom prst="rect">
            <a:avLst/>
          </a:prstGeom>
        </p:spPr>
        <p:txBody>
          <a:bodyPr spcFirstLastPara="1" wrap="square" lIns="180000" tIns="0" rIns="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848" name="Google Shape;848;p71"/>
          <p:cNvSpPr txBox="1">
            <a:spLocks noGrp="1"/>
          </p:cNvSpPr>
          <p:nvPr>
            <p:ph type="title" idx="18"/>
          </p:nvPr>
        </p:nvSpPr>
        <p:spPr>
          <a:xfrm>
            <a:off x="2004750" y="2535900"/>
            <a:ext cx="1581000" cy="651900"/>
          </a:xfrm>
          <a:prstGeom prst="rect">
            <a:avLst/>
          </a:prstGeom>
        </p:spPr>
        <p:txBody>
          <a:bodyPr spcFirstLastPara="1" wrap="square" lIns="180000" tIns="0" rIns="0" bIns="54000" anchor="t" anchorCtr="0">
            <a:noAutofit/>
          </a:bodyPr>
          <a:lstStyle>
            <a:lvl1pPr lvl="0">
              <a:lnSpc>
                <a:spcPct val="90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1pPr>
            <a:lvl2pPr lvl="1">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2pPr>
            <a:lvl3pPr lvl="2">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3pPr>
            <a:lvl4pPr lvl="3">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4pPr>
            <a:lvl5pPr lvl="4">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5pPr>
            <a:lvl6pPr lvl="5">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6pPr>
            <a:lvl7pPr lvl="6">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7pPr>
            <a:lvl8pPr lvl="7">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8pPr>
            <a:lvl9pPr lvl="8">
              <a:lnSpc>
                <a:spcPct val="115000"/>
              </a:lnSpc>
              <a:spcBef>
                <a:spcPts val="0"/>
              </a:spcBef>
              <a:spcAft>
                <a:spcPts val="0"/>
              </a:spcAft>
              <a:buSzPts val="2800"/>
              <a:buFont typeface="Hanken Grotesk SemiBold"/>
              <a:buNone/>
              <a:defRPr sz="1000">
                <a:latin typeface="Hanken Grotesk SemiBold"/>
                <a:ea typeface="Hanken Grotesk SemiBold"/>
                <a:cs typeface="Hanken Grotesk SemiBold"/>
                <a:sym typeface="Hanken Grotesk SemiBold"/>
              </a:defRPr>
            </a:lvl9pPr>
          </a:lstStyle>
          <a:p>
            <a:endParaRPr/>
          </a:p>
        </p:txBody>
      </p:sp>
      <p:sp>
        <p:nvSpPr>
          <p:cNvPr id="849" name="Google Shape;849;p71"/>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rmAutofit/>
          </a:bodyPr>
          <a:lstStyle>
            <a:lvl1pPr lvl="0">
              <a:spcBef>
                <a:spcPts val="0"/>
              </a:spcBef>
              <a:spcAft>
                <a:spcPts val="0"/>
              </a:spcAft>
              <a:buClr>
                <a:schemeClr val="dk1"/>
              </a:buClr>
              <a:buSzPts val="1000"/>
              <a:buNone/>
              <a:defRPr b="1"/>
            </a:lvl1pPr>
            <a:lvl2pPr lvl="1">
              <a:spcBef>
                <a:spcPts val="0"/>
              </a:spcBef>
              <a:spcAft>
                <a:spcPts val="0"/>
              </a:spcAft>
              <a:buClr>
                <a:schemeClr val="dk1"/>
              </a:buClr>
              <a:buSzPts val="1200"/>
              <a:buNone/>
              <a:defRPr sz="1200"/>
            </a:lvl2pPr>
            <a:lvl3pPr lvl="2">
              <a:spcBef>
                <a:spcPts val="0"/>
              </a:spcBef>
              <a:spcAft>
                <a:spcPts val="0"/>
              </a:spcAft>
              <a:buClr>
                <a:schemeClr val="dk1"/>
              </a:buClr>
              <a:buSzPts val="1200"/>
              <a:buNone/>
              <a:defRPr sz="1200"/>
            </a:lvl3pPr>
            <a:lvl4pPr lvl="3">
              <a:spcBef>
                <a:spcPts val="0"/>
              </a:spcBef>
              <a:spcAft>
                <a:spcPts val="0"/>
              </a:spcAft>
              <a:buClr>
                <a:schemeClr val="dk1"/>
              </a:buClr>
              <a:buSzPts val="1200"/>
              <a:buNone/>
              <a:defRPr sz="1200"/>
            </a:lvl4pPr>
            <a:lvl5pPr lvl="4">
              <a:spcBef>
                <a:spcPts val="0"/>
              </a:spcBef>
              <a:spcAft>
                <a:spcPts val="0"/>
              </a:spcAft>
              <a:buClr>
                <a:schemeClr val="dk1"/>
              </a:buClr>
              <a:buSzPts val="1200"/>
              <a:buNone/>
              <a:defRPr sz="1200"/>
            </a:lvl5pPr>
            <a:lvl6pPr lvl="5">
              <a:spcBef>
                <a:spcPts val="0"/>
              </a:spcBef>
              <a:spcAft>
                <a:spcPts val="0"/>
              </a:spcAft>
              <a:buClr>
                <a:schemeClr val="dk1"/>
              </a:buClr>
              <a:buSzPts val="1200"/>
              <a:buNone/>
              <a:defRPr sz="1200"/>
            </a:lvl6pPr>
            <a:lvl7pPr lvl="6">
              <a:spcBef>
                <a:spcPts val="0"/>
              </a:spcBef>
              <a:spcAft>
                <a:spcPts val="0"/>
              </a:spcAft>
              <a:buClr>
                <a:schemeClr val="dk1"/>
              </a:buClr>
              <a:buSzPts val="1200"/>
              <a:buNone/>
              <a:defRPr sz="1200"/>
            </a:lvl7pPr>
            <a:lvl8pPr lvl="7">
              <a:spcBef>
                <a:spcPts val="0"/>
              </a:spcBef>
              <a:spcAft>
                <a:spcPts val="0"/>
              </a:spcAft>
              <a:buClr>
                <a:schemeClr val="dk1"/>
              </a:buClr>
              <a:buSzPts val="1200"/>
              <a:buNone/>
              <a:defRPr sz="1200"/>
            </a:lvl8pPr>
            <a:lvl9pPr lvl="8">
              <a:spcBef>
                <a:spcPts val="0"/>
              </a:spcBef>
              <a:spcAft>
                <a:spcPts val="0"/>
              </a:spcAft>
              <a:buClr>
                <a:schemeClr val="dk1"/>
              </a:buClr>
              <a:buSzPts val="1200"/>
              <a:buNone/>
              <a:defRPr sz="1200"/>
            </a:lvl9pPr>
          </a:lstStyle>
          <a:p>
            <a:endParaRPr/>
          </a:p>
        </p:txBody>
      </p:sp>
      <p:sp>
        <p:nvSpPr>
          <p:cNvPr id="850" name="Google Shape;850;p71"/>
          <p:cNvSpPr txBox="1">
            <a:spLocks noGrp="1"/>
          </p:cNvSpPr>
          <p:nvPr>
            <p:ph type="body" idx="19"/>
          </p:nvPr>
        </p:nvSpPr>
        <p:spPr>
          <a:xfrm>
            <a:off x="223881" y="44915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1" name="Google Shape;851;p71"/>
          <p:cNvSpPr txBox="1">
            <a:spLocks noGrp="1"/>
          </p:cNvSpPr>
          <p:nvPr>
            <p:ph type="body" idx="20"/>
          </p:nvPr>
        </p:nvSpPr>
        <p:spPr>
          <a:xfrm>
            <a:off x="2004019" y="44915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2" name="Google Shape;852;p71"/>
          <p:cNvSpPr txBox="1">
            <a:spLocks noGrp="1"/>
          </p:cNvSpPr>
          <p:nvPr>
            <p:ph type="body" idx="21"/>
          </p:nvPr>
        </p:nvSpPr>
        <p:spPr>
          <a:xfrm>
            <a:off x="3780063" y="44915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3" name="Google Shape;853;p71"/>
          <p:cNvSpPr txBox="1">
            <a:spLocks noGrp="1"/>
          </p:cNvSpPr>
          <p:nvPr>
            <p:ph type="body" idx="22"/>
          </p:nvPr>
        </p:nvSpPr>
        <p:spPr>
          <a:xfrm>
            <a:off x="5557163" y="44915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4" name="Google Shape;854;p71"/>
          <p:cNvSpPr txBox="1">
            <a:spLocks noGrp="1"/>
          </p:cNvSpPr>
          <p:nvPr>
            <p:ph type="body" idx="23"/>
          </p:nvPr>
        </p:nvSpPr>
        <p:spPr>
          <a:xfrm>
            <a:off x="7334263" y="44915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5" name="Google Shape;855;p71"/>
          <p:cNvSpPr txBox="1">
            <a:spLocks noGrp="1"/>
          </p:cNvSpPr>
          <p:nvPr>
            <p:ph type="body" idx="24"/>
          </p:nvPr>
        </p:nvSpPr>
        <p:spPr>
          <a:xfrm>
            <a:off x="226606" y="38396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6" name="Google Shape;856;p71"/>
          <p:cNvSpPr txBox="1">
            <a:spLocks noGrp="1"/>
          </p:cNvSpPr>
          <p:nvPr>
            <p:ph type="body" idx="25"/>
          </p:nvPr>
        </p:nvSpPr>
        <p:spPr>
          <a:xfrm>
            <a:off x="2006744" y="38396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7" name="Google Shape;857;p71"/>
          <p:cNvSpPr txBox="1">
            <a:spLocks noGrp="1"/>
          </p:cNvSpPr>
          <p:nvPr>
            <p:ph type="body" idx="26"/>
          </p:nvPr>
        </p:nvSpPr>
        <p:spPr>
          <a:xfrm>
            <a:off x="3782788" y="38396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8" name="Google Shape;858;p71"/>
          <p:cNvSpPr txBox="1">
            <a:spLocks noGrp="1"/>
          </p:cNvSpPr>
          <p:nvPr>
            <p:ph type="body" idx="27"/>
          </p:nvPr>
        </p:nvSpPr>
        <p:spPr>
          <a:xfrm>
            <a:off x="5559888" y="38396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59" name="Google Shape;859;p71"/>
          <p:cNvSpPr txBox="1">
            <a:spLocks noGrp="1"/>
          </p:cNvSpPr>
          <p:nvPr>
            <p:ph type="body" idx="28"/>
          </p:nvPr>
        </p:nvSpPr>
        <p:spPr>
          <a:xfrm>
            <a:off x="7339713" y="3839688"/>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60" name="Google Shape;860;p71"/>
          <p:cNvSpPr txBox="1">
            <a:spLocks noGrp="1"/>
          </p:cNvSpPr>
          <p:nvPr>
            <p:ph type="body" idx="29"/>
          </p:nvPr>
        </p:nvSpPr>
        <p:spPr>
          <a:xfrm>
            <a:off x="223519" y="3187800"/>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61" name="Google Shape;861;p71"/>
          <p:cNvSpPr txBox="1">
            <a:spLocks noGrp="1"/>
          </p:cNvSpPr>
          <p:nvPr>
            <p:ph type="body" idx="30"/>
          </p:nvPr>
        </p:nvSpPr>
        <p:spPr>
          <a:xfrm>
            <a:off x="2003656" y="3187800"/>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62" name="Google Shape;862;p71"/>
          <p:cNvSpPr txBox="1">
            <a:spLocks noGrp="1"/>
          </p:cNvSpPr>
          <p:nvPr>
            <p:ph type="body" idx="31"/>
          </p:nvPr>
        </p:nvSpPr>
        <p:spPr>
          <a:xfrm>
            <a:off x="3779701" y="3187800"/>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63" name="Google Shape;863;p71"/>
          <p:cNvSpPr txBox="1">
            <a:spLocks noGrp="1"/>
          </p:cNvSpPr>
          <p:nvPr>
            <p:ph type="body" idx="32"/>
          </p:nvPr>
        </p:nvSpPr>
        <p:spPr>
          <a:xfrm>
            <a:off x="5556800" y="3187800"/>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864" name="Google Shape;864;p71"/>
          <p:cNvSpPr txBox="1">
            <a:spLocks noGrp="1"/>
          </p:cNvSpPr>
          <p:nvPr>
            <p:ph type="body" idx="33"/>
          </p:nvPr>
        </p:nvSpPr>
        <p:spPr>
          <a:xfrm>
            <a:off x="7336626" y="3187800"/>
            <a:ext cx="1580400" cy="651600"/>
          </a:xfrm>
          <a:prstGeom prst="rect">
            <a:avLst/>
          </a:prstGeom>
        </p:spPr>
        <p:txBody>
          <a:bodyPr spcFirstLastPara="1" wrap="square" lIns="180000" tIns="0" rIns="0" bIns="54000" anchor="t" anchorCtr="0">
            <a:no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65"/>
        <p:cNvGrpSpPr/>
        <p:nvPr/>
      </p:nvGrpSpPr>
      <p:grpSpPr>
        <a:xfrm>
          <a:off x="0" y="0"/>
          <a:ext cx="0" cy="0"/>
          <a:chOff x="0" y="0"/>
          <a:chExt cx="0" cy="0"/>
        </a:xfrm>
      </p:grpSpPr>
      <p:sp>
        <p:nvSpPr>
          <p:cNvPr id="866" name="Google Shape;866;p7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867" name="Google Shape;867;p7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868"/>
        <p:cNvGrpSpPr/>
        <p:nvPr/>
      </p:nvGrpSpPr>
      <p:grpSpPr>
        <a:xfrm>
          <a:off x="0" y="0"/>
          <a:ext cx="0" cy="0"/>
          <a:chOff x="0" y="0"/>
          <a:chExt cx="0" cy="0"/>
        </a:xfrm>
      </p:grpSpPr>
      <p:sp>
        <p:nvSpPr>
          <p:cNvPr id="869" name="Google Shape;869;p7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870"/>
        <p:cNvGrpSpPr/>
        <p:nvPr/>
      </p:nvGrpSpPr>
      <p:grpSpPr>
        <a:xfrm>
          <a:off x="0" y="0"/>
          <a:ext cx="0" cy="0"/>
          <a:chOff x="0" y="0"/>
          <a:chExt cx="0" cy="0"/>
        </a:xfrm>
      </p:grpSpPr>
      <p:sp>
        <p:nvSpPr>
          <p:cNvPr id="871" name="Google Shape;871;p7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872" name="Google Shape;872;p7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873"/>
        <p:cNvGrpSpPr/>
        <p:nvPr/>
      </p:nvGrpSpPr>
      <p:grpSpPr>
        <a:xfrm>
          <a:off x="0" y="0"/>
          <a:ext cx="0" cy="0"/>
          <a:chOff x="0" y="0"/>
          <a:chExt cx="0" cy="0"/>
        </a:xfrm>
      </p:grpSpPr>
      <p:sp>
        <p:nvSpPr>
          <p:cNvPr id="874" name="Google Shape;874;p7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875" name="Google Shape;875;p7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876" name="Google Shape;876;p7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77"/>
        <p:cNvGrpSpPr/>
        <p:nvPr/>
      </p:nvGrpSpPr>
      <p:grpSpPr>
        <a:xfrm>
          <a:off x="0" y="0"/>
          <a:ext cx="0" cy="0"/>
          <a:chOff x="0" y="0"/>
          <a:chExt cx="0" cy="0"/>
        </a:xfrm>
      </p:grpSpPr>
      <p:sp>
        <p:nvSpPr>
          <p:cNvPr id="878" name="Google Shape;878;p7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79"/>
        <p:cNvGrpSpPr/>
        <p:nvPr/>
      </p:nvGrpSpPr>
      <p:grpSpPr>
        <a:xfrm>
          <a:off x="0" y="0"/>
          <a:ext cx="0" cy="0"/>
          <a:chOff x="0" y="0"/>
          <a:chExt cx="0" cy="0"/>
        </a:xfrm>
      </p:grpSpPr>
      <p:sp>
        <p:nvSpPr>
          <p:cNvPr id="880" name="Google Shape;880;p7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81" name="Google Shape;881;p7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82"/>
        <p:cNvGrpSpPr/>
        <p:nvPr/>
      </p:nvGrpSpPr>
      <p:grpSpPr>
        <a:xfrm>
          <a:off x="0" y="0"/>
          <a:ext cx="0" cy="0"/>
          <a:chOff x="0" y="0"/>
          <a:chExt cx="0" cy="0"/>
        </a:xfrm>
      </p:grpSpPr>
      <p:sp>
        <p:nvSpPr>
          <p:cNvPr id="883" name="Google Shape;883;p7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84"/>
        <p:cNvGrpSpPr/>
        <p:nvPr/>
      </p:nvGrpSpPr>
      <p:grpSpPr>
        <a:xfrm>
          <a:off x="0" y="0"/>
          <a:ext cx="0" cy="0"/>
          <a:chOff x="0" y="0"/>
          <a:chExt cx="0" cy="0"/>
        </a:xfrm>
      </p:grpSpPr>
      <p:sp>
        <p:nvSpPr>
          <p:cNvPr id="885" name="Google Shape;885;p7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86" name="Google Shape;886;p7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7" name="Google Shape;887;p7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88"/>
        <p:cNvGrpSpPr/>
        <p:nvPr/>
      </p:nvGrpSpPr>
      <p:grpSpPr>
        <a:xfrm>
          <a:off x="0" y="0"/>
          <a:ext cx="0" cy="0"/>
          <a:chOff x="0" y="0"/>
          <a:chExt cx="0" cy="0"/>
        </a:xfrm>
      </p:grpSpPr>
      <p:sp>
        <p:nvSpPr>
          <p:cNvPr id="889" name="Google Shape;889;p8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000"/>
              <a:buNone/>
              <a:defRPr/>
            </a:lvl1pPr>
          </a:lstStyle>
          <a:p>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890"/>
        <p:cNvGrpSpPr/>
        <p:nvPr/>
      </p:nvGrpSpPr>
      <p:grpSpPr>
        <a:xfrm>
          <a:off x="0" y="0"/>
          <a:ext cx="0" cy="0"/>
          <a:chOff x="0" y="0"/>
          <a:chExt cx="0" cy="0"/>
        </a:xfrm>
      </p:grpSpPr>
      <p:sp>
        <p:nvSpPr>
          <p:cNvPr id="891" name="Google Shape;891;p8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892" name="Google Shape;892;p8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SzPts val="1000"/>
              <a:buChar char="●"/>
              <a:defRPr/>
            </a:lvl1pPr>
            <a:lvl2pPr marL="914400" lvl="1" indent="-292100" algn="ctr">
              <a:spcBef>
                <a:spcPts val="0"/>
              </a:spcBef>
              <a:spcAft>
                <a:spcPts val="0"/>
              </a:spcAft>
              <a:buSzPts val="1000"/>
              <a:buChar char="○"/>
              <a:defRPr/>
            </a:lvl2pPr>
            <a:lvl3pPr marL="1371600" lvl="2" indent="-292100" algn="ctr">
              <a:spcBef>
                <a:spcPts val="0"/>
              </a:spcBef>
              <a:spcAft>
                <a:spcPts val="0"/>
              </a:spcAft>
              <a:buSzPts val="1000"/>
              <a:buChar char="■"/>
              <a:defRPr/>
            </a:lvl3pPr>
            <a:lvl4pPr marL="1828800" lvl="3" indent="-292100" algn="ctr">
              <a:spcBef>
                <a:spcPts val="0"/>
              </a:spcBef>
              <a:spcAft>
                <a:spcPts val="0"/>
              </a:spcAft>
              <a:buSzPts val="1000"/>
              <a:buChar char="●"/>
              <a:defRPr/>
            </a:lvl4pPr>
            <a:lvl5pPr marL="2286000" lvl="4" indent="-292100" algn="ctr">
              <a:spcBef>
                <a:spcPts val="0"/>
              </a:spcBef>
              <a:spcAft>
                <a:spcPts val="0"/>
              </a:spcAft>
              <a:buSzPts val="1000"/>
              <a:buChar char="○"/>
              <a:defRPr/>
            </a:lvl5pPr>
            <a:lvl6pPr marL="2743200" lvl="5" indent="-292100" algn="ctr">
              <a:spcBef>
                <a:spcPts val="0"/>
              </a:spcBef>
              <a:spcAft>
                <a:spcPts val="0"/>
              </a:spcAft>
              <a:buSzPts val="1000"/>
              <a:buChar char="■"/>
              <a:defRPr/>
            </a:lvl6pPr>
            <a:lvl7pPr marL="3200400" lvl="6" indent="-292100" algn="ctr">
              <a:spcBef>
                <a:spcPts val="0"/>
              </a:spcBef>
              <a:spcAft>
                <a:spcPts val="0"/>
              </a:spcAft>
              <a:buSzPts val="1000"/>
              <a:buChar char="●"/>
              <a:defRPr/>
            </a:lvl7pPr>
            <a:lvl8pPr marL="3657600" lvl="7" indent="-292100" algn="ctr">
              <a:spcBef>
                <a:spcPts val="0"/>
              </a:spcBef>
              <a:spcAft>
                <a:spcPts val="0"/>
              </a:spcAft>
              <a:buSzPts val="1000"/>
              <a:buChar char="○"/>
              <a:defRPr/>
            </a:lvl8pPr>
            <a:lvl9pPr marL="4114800" lvl="8" indent="-292100" algn="ctr">
              <a:spcBef>
                <a:spcPts val="0"/>
              </a:spcBef>
              <a:spcAft>
                <a:spcPts val="0"/>
              </a:spcAft>
              <a:buSzPts val="1000"/>
              <a:buChar char="■"/>
              <a:defRPr/>
            </a:lvl9pPr>
          </a:lstStyle>
          <a:p>
            <a:endParaRPr/>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93"/>
        <p:cNvGrpSpPr/>
        <p:nvPr/>
      </p:nvGrpSpPr>
      <p:grpSpPr>
        <a:xfrm>
          <a:off x="0" y="0"/>
          <a:ext cx="0" cy="0"/>
          <a:chOff x="0" y="0"/>
          <a:chExt cx="0" cy="0"/>
        </a:xfrm>
      </p:grpSpPr>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94"/>
        <p:cNvGrpSpPr/>
        <p:nvPr/>
      </p:nvGrpSpPr>
      <p:grpSpPr>
        <a:xfrm>
          <a:off x="0" y="0"/>
          <a:ext cx="0" cy="0"/>
          <a:chOff x="0" y="0"/>
          <a:chExt cx="0" cy="0"/>
        </a:xfrm>
      </p:grpSpPr>
      <p:sp>
        <p:nvSpPr>
          <p:cNvPr id="895" name="Google Shape;895;p8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rmAutofit/>
          </a:bodyPr>
          <a:lstStyle>
            <a:lvl1pPr lvl="0">
              <a:spcBef>
                <a:spcPts val="0"/>
              </a:spcBef>
              <a:spcAft>
                <a:spcPts val="0"/>
              </a:spcAft>
              <a:buSzPts val="4200"/>
              <a:buNone/>
              <a:defRPr sz="4200"/>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896" name="Google Shape;896;p8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897" name="Google Shape;897;p8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898" name="Google Shape;898;p8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899" name="Google Shape;899;p8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00" name="Google Shape;900;p8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01" name="Google Shape;901;p8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902"/>
        <p:cNvGrpSpPr/>
        <p:nvPr/>
      </p:nvGrpSpPr>
      <p:grpSpPr>
        <a:xfrm>
          <a:off x="0" y="0"/>
          <a:ext cx="0" cy="0"/>
          <a:chOff x="0" y="0"/>
          <a:chExt cx="0" cy="0"/>
        </a:xfrm>
      </p:grpSpPr>
      <p:sp>
        <p:nvSpPr>
          <p:cNvPr id="903" name="Google Shape;903;p8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904" name="Google Shape;904;p8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05" name="Google Shape;905;p84"/>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906"/>
        <p:cNvGrpSpPr/>
        <p:nvPr/>
      </p:nvGrpSpPr>
      <p:grpSpPr>
        <a:xfrm>
          <a:off x="0" y="0"/>
          <a:ext cx="0" cy="0"/>
          <a:chOff x="0" y="0"/>
          <a:chExt cx="0" cy="0"/>
        </a:xfrm>
      </p:grpSpPr>
      <p:sp>
        <p:nvSpPr>
          <p:cNvPr id="907" name="Google Shape;907;p8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908" name="Google Shape;908;p8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09" name="Google Shape;909;p8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10" name="Google Shape;910;p8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11" name="Google Shape;911;p8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912"/>
        <p:cNvGrpSpPr/>
        <p:nvPr/>
      </p:nvGrpSpPr>
      <p:grpSpPr>
        <a:xfrm>
          <a:off x="0" y="0"/>
          <a:ext cx="0" cy="0"/>
          <a:chOff x="0" y="0"/>
          <a:chExt cx="0" cy="0"/>
        </a:xfrm>
      </p:grpSpPr>
      <p:sp>
        <p:nvSpPr>
          <p:cNvPr id="913" name="Google Shape;913;p8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14" name="Google Shape;914;p8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15" name="Google Shape;915;p8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916" name="Google Shape;916;p8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17" name="Google Shape;917;p8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18" name="Google Shape;918;p8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19" name="Google Shape;919;p8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SzPts val="1000"/>
              <a:buChar char="●"/>
              <a:defRPr/>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920"/>
        <p:cNvGrpSpPr/>
        <p:nvPr/>
      </p:nvGrpSpPr>
      <p:grpSpPr>
        <a:xfrm>
          <a:off x="0" y="0"/>
          <a:ext cx="0" cy="0"/>
          <a:chOff x="0" y="0"/>
          <a:chExt cx="0" cy="0"/>
        </a:xfrm>
      </p:grpSpPr>
      <p:sp>
        <p:nvSpPr>
          <p:cNvPr id="921" name="Google Shape;921;p8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22" name="Google Shape;922;p8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23" name="Google Shape;923;p8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24" name="Google Shape;924;p8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292100">
              <a:spcBef>
                <a:spcPts val="0"/>
              </a:spcBef>
              <a:spcAft>
                <a:spcPts val="0"/>
              </a:spcAft>
              <a:buSzPts val="1000"/>
              <a:buChar char="○"/>
              <a:defRPr/>
            </a:lvl2pPr>
            <a:lvl3pPr marL="1371600" lvl="2" indent="-292100">
              <a:spcBef>
                <a:spcPts val="0"/>
              </a:spcBef>
              <a:spcAft>
                <a:spcPts val="0"/>
              </a:spcAft>
              <a:buSzPts val="1000"/>
              <a:buChar char="■"/>
              <a:defRPr/>
            </a:lvl3pPr>
            <a:lvl4pPr marL="1828800" lvl="3" indent="-292100">
              <a:spcBef>
                <a:spcPts val="0"/>
              </a:spcBef>
              <a:spcAft>
                <a:spcPts val="0"/>
              </a:spcAft>
              <a:buSzPts val="1000"/>
              <a:buChar char="●"/>
              <a:defRPr/>
            </a:lvl4pPr>
            <a:lvl5pPr marL="2286000" lvl="4" indent="-292100">
              <a:spcBef>
                <a:spcPts val="0"/>
              </a:spcBef>
              <a:spcAft>
                <a:spcPts val="0"/>
              </a:spcAft>
              <a:buSzPts val="1000"/>
              <a:buChar char="○"/>
              <a:defRPr/>
            </a:lvl5pPr>
            <a:lvl6pPr marL="2743200" lvl="5" indent="-292100">
              <a:spcBef>
                <a:spcPts val="0"/>
              </a:spcBef>
              <a:spcAft>
                <a:spcPts val="0"/>
              </a:spcAft>
              <a:buSzPts val="1000"/>
              <a:buChar char="■"/>
              <a:defRPr/>
            </a:lvl6pPr>
            <a:lvl7pPr marL="3200400" lvl="6" indent="-292100">
              <a:spcBef>
                <a:spcPts val="0"/>
              </a:spcBef>
              <a:spcAft>
                <a:spcPts val="0"/>
              </a:spcAft>
              <a:buSzPts val="1000"/>
              <a:buChar char="●"/>
              <a:defRPr/>
            </a:lvl7pPr>
            <a:lvl8pPr marL="3657600" lvl="7" indent="-292100">
              <a:spcBef>
                <a:spcPts val="0"/>
              </a:spcBef>
              <a:spcAft>
                <a:spcPts val="0"/>
              </a:spcAft>
              <a:buSzPts val="1000"/>
              <a:buChar char="○"/>
              <a:defRPr/>
            </a:lvl8pPr>
            <a:lvl9pPr marL="4114800" lvl="8" indent="-292100">
              <a:spcBef>
                <a:spcPts val="0"/>
              </a:spcBef>
              <a:spcAft>
                <a:spcPts val="0"/>
              </a:spcAft>
              <a:buSzPts val="1000"/>
              <a:buChar char="■"/>
              <a:defRPr/>
            </a:lvl9pPr>
          </a:lstStyle>
          <a:p>
            <a:endParaRPr/>
          </a:p>
        </p:txBody>
      </p:sp>
      <p:sp>
        <p:nvSpPr>
          <p:cNvPr id="925" name="Google Shape;925;p8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926" name="Google Shape;926;p8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27" name="Google Shape;927;p8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28" name="Google Shape;928;p8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
        <p:nvSpPr>
          <p:cNvPr id="929" name="Google Shape;929;p8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000"/>
              <a:buNone/>
              <a:defRPr sz="2000"/>
            </a:lvl1pPr>
            <a:lvl2pPr lvl="1">
              <a:lnSpc>
                <a:spcPct val="100000"/>
              </a:lnSpc>
              <a:spcBef>
                <a:spcPts val="0"/>
              </a:spcBef>
              <a:spcAft>
                <a:spcPts val="0"/>
              </a:spcAft>
              <a:buSzPts val="2000"/>
              <a:buNone/>
              <a:defRPr sz="2000"/>
            </a:lvl2pPr>
            <a:lvl3pPr lvl="2">
              <a:lnSpc>
                <a:spcPct val="100000"/>
              </a:lnSpc>
              <a:spcBef>
                <a:spcPts val="0"/>
              </a:spcBef>
              <a:spcAft>
                <a:spcPts val="0"/>
              </a:spcAft>
              <a:buSzPts val="2000"/>
              <a:buNone/>
              <a:defRPr sz="2000"/>
            </a:lvl3pPr>
            <a:lvl4pPr lvl="3">
              <a:lnSpc>
                <a:spcPct val="100000"/>
              </a:lnSpc>
              <a:spcBef>
                <a:spcPts val="0"/>
              </a:spcBef>
              <a:spcAft>
                <a:spcPts val="0"/>
              </a:spcAft>
              <a:buSzPts val="2000"/>
              <a:buNone/>
              <a:defRPr sz="2000"/>
            </a:lvl4pPr>
            <a:lvl5pPr lvl="4">
              <a:lnSpc>
                <a:spcPct val="100000"/>
              </a:lnSpc>
              <a:spcBef>
                <a:spcPts val="0"/>
              </a:spcBef>
              <a:spcAft>
                <a:spcPts val="0"/>
              </a:spcAft>
              <a:buSzPts val="2000"/>
              <a:buNone/>
              <a:defRPr sz="2000"/>
            </a:lvl5pPr>
            <a:lvl6pPr lvl="5">
              <a:lnSpc>
                <a:spcPct val="100000"/>
              </a:lnSpc>
              <a:spcBef>
                <a:spcPts val="0"/>
              </a:spcBef>
              <a:spcAft>
                <a:spcPts val="0"/>
              </a:spcAft>
              <a:buSzPts val="2000"/>
              <a:buNone/>
              <a:defRPr sz="2000"/>
            </a:lvl6pPr>
            <a:lvl7pPr lvl="6">
              <a:lnSpc>
                <a:spcPct val="100000"/>
              </a:lnSpc>
              <a:spcBef>
                <a:spcPts val="0"/>
              </a:spcBef>
              <a:spcAft>
                <a:spcPts val="0"/>
              </a:spcAft>
              <a:buSzPts val="2000"/>
              <a:buNone/>
              <a:defRPr sz="2000"/>
            </a:lvl7pPr>
            <a:lvl8pPr lvl="7">
              <a:lnSpc>
                <a:spcPct val="100000"/>
              </a:lnSpc>
              <a:spcBef>
                <a:spcPts val="0"/>
              </a:spcBef>
              <a:spcAft>
                <a:spcPts val="0"/>
              </a:spcAft>
              <a:buSzPts val="2000"/>
              <a:buNone/>
              <a:defRPr sz="2000"/>
            </a:lvl8pPr>
            <a:lvl9pPr lvl="8">
              <a:lnSpc>
                <a:spcPct val="100000"/>
              </a:lnSpc>
              <a:spcBef>
                <a:spcPts val="0"/>
              </a:spcBef>
              <a:spcAft>
                <a:spcPts val="0"/>
              </a:spcAft>
              <a:buSzPts val="2000"/>
              <a:buNone/>
              <a:defRPr sz="2000"/>
            </a:lvl9pPr>
          </a:lstStyle>
          <a:p>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930"/>
        <p:cNvGrpSpPr/>
        <p:nvPr/>
      </p:nvGrpSpPr>
      <p:grpSpPr>
        <a:xfrm>
          <a:off x="0" y="0"/>
          <a:ext cx="0" cy="0"/>
          <a:chOff x="0" y="0"/>
          <a:chExt cx="0" cy="0"/>
        </a:xfrm>
      </p:grpSpPr>
      <p:sp>
        <p:nvSpPr>
          <p:cNvPr id="931" name="Google Shape;931;p8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932" name="Google Shape;932;p8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933"/>
        <p:cNvGrpSpPr/>
        <p:nvPr/>
      </p:nvGrpSpPr>
      <p:grpSpPr>
        <a:xfrm>
          <a:off x="0" y="0"/>
          <a:ext cx="0" cy="0"/>
          <a:chOff x="0" y="0"/>
          <a:chExt cx="0" cy="0"/>
        </a:xfrm>
      </p:grpSpPr>
      <p:sp>
        <p:nvSpPr>
          <p:cNvPr id="934" name="Google Shape;934;p8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35" name="Google Shape;935;p89"/>
          <p:cNvSpPr>
            <a:spLocks noGrp="1"/>
          </p:cNvSpPr>
          <p:nvPr>
            <p:ph type="pic" idx="2"/>
          </p:nvPr>
        </p:nvSpPr>
        <p:spPr>
          <a:xfrm>
            <a:off x="4804825" y="1133300"/>
            <a:ext cx="4027500" cy="2392800"/>
          </a:xfrm>
          <a:prstGeom prst="rect">
            <a:avLst/>
          </a:prstGeom>
          <a:noFill/>
          <a:ln>
            <a:noFill/>
          </a:ln>
        </p:spPr>
      </p:sp>
      <p:sp>
        <p:nvSpPr>
          <p:cNvPr id="936" name="Google Shape;936;p89"/>
          <p:cNvSpPr>
            <a:spLocks noGrp="1"/>
          </p:cNvSpPr>
          <p:nvPr>
            <p:ph type="pic" idx="3"/>
          </p:nvPr>
        </p:nvSpPr>
        <p:spPr>
          <a:xfrm>
            <a:off x="311725" y="1133300"/>
            <a:ext cx="4027500" cy="2392800"/>
          </a:xfrm>
          <a:prstGeom prst="rect">
            <a:avLst/>
          </a:prstGeom>
          <a:noFill/>
          <a:ln>
            <a:noFill/>
          </a:ln>
        </p:spPr>
      </p:sp>
      <p:sp>
        <p:nvSpPr>
          <p:cNvPr id="937" name="Google Shape;937;p8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38" name="Google Shape;938;p8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939" name="Google Shape;939;p8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940" name="Google Shape;940;p8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941"/>
        <p:cNvGrpSpPr/>
        <p:nvPr/>
      </p:nvGrpSpPr>
      <p:grpSpPr>
        <a:xfrm>
          <a:off x="0" y="0"/>
          <a:ext cx="0" cy="0"/>
          <a:chOff x="0" y="0"/>
          <a:chExt cx="0" cy="0"/>
        </a:xfrm>
      </p:grpSpPr>
      <p:sp>
        <p:nvSpPr>
          <p:cNvPr id="942" name="Google Shape;942;p9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43" name="Google Shape;943;p90"/>
          <p:cNvSpPr>
            <a:spLocks noGrp="1"/>
          </p:cNvSpPr>
          <p:nvPr>
            <p:ph type="pic" idx="2"/>
          </p:nvPr>
        </p:nvSpPr>
        <p:spPr>
          <a:xfrm>
            <a:off x="6205225" y="1128325"/>
            <a:ext cx="2627100" cy="2273100"/>
          </a:xfrm>
          <a:prstGeom prst="rect">
            <a:avLst/>
          </a:prstGeom>
          <a:noFill/>
          <a:ln>
            <a:noFill/>
          </a:ln>
        </p:spPr>
      </p:sp>
      <p:sp>
        <p:nvSpPr>
          <p:cNvPr id="944" name="Google Shape;944;p90"/>
          <p:cNvSpPr>
            <a:spLocks noGrp="1"/>
          </p:cNvSpPr>
          <p:nvPr>
            <p:ph type="pic" idx="3"/>
          </p:nvPr>
        </p:nvSpPr>
        <p:spPr>
          <a:xfrm>
            <a:off x="311725" y="1128325"/>
            <a:ext cx="2627100" cy="2273100"/>
          </a:xfrm>
          <a:prstGeom prst="rect">
            <a:avLst/>
          </a:prstGeom>
          <a:noFill/>
          <a:ln>
            <a:noFill/>
          </a:ln>
        </p:spPr>
      </p:sp>
      <p:sp>
        <p:nvSpPr>
          <p:cNvPr id="945" name="Google Shape;945;p9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46" name="Google Shape;946;p90"/>
          <p:cNvSpPr>
            <a:spLocks noGrp="1"/>
          </p:cNvSpPr>
          <p:nvPr>
            <p:ph type="pic" idx="5"/>
          </p:nvPr>
        </p:nvSpPr>
        <p:spPr>
          <a:xfrm>
            <a:off x="3255250" y="1128325"/>
            <a:ext cx="2627100" cy="2273100"/>
          </a:xfrm>
          <a:prstGeom prst="rect">
            <a:avLst/>
          </a:prstGeom>
          <a:noFill/>
          <a:ln>
            <a:noFill/>
          </a:ln>
        </p:spPr>
      </p:sp>
      <p:sp>
        <p:nvSpPr>
          <p:cNvPr id="947" name="Google Shape;947;p9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48" name="Google Shape;948;p9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949" name="Google Shape;949;p9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950" name="Google Shape;950;p9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
        <p:nvSpPr>
          <p:cNvPr id="951" name="Google Shape;951;p9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000"/>
              <a:buNone/>
              <a:defRPr/>
            </a:lvl1pPr>
            <a:lvl2pPr lvl="1">
              <a:lnSpc>
                <a:spcPct val="100000"/>
              </a:lnSpc>
              <a:spcBef>
                <a:spcPts val="0"/>
              </a:spcBef>
              <a:spcAft>
                <a:spcPts val="0"/>
              </a:spcAft>
              <a:buSzPts val="1800"/>
              <a:buNone/>
              <a:defRPr sz="1800"/>
            </a:lvl2pPr>
            <a:lvl3pPr lvl="2">
              <a:lnSpc>
                <a:spcPct val="100000"/>
              </a:lnSpc>
              <a:spcBef>
                <a:spcPts val="0"/>
              </a:spcBef>
              <a:spcAft>
                <a:spcPts val="0"/>
              </a:spcAft>
              <a:buSzPts val="1800"/>
              <a:buNone/>
              <a:defRPr sz="1800"/>
            </a:lvl3pPr>
            <a:lvl4pPr lvl="3">
              <a:lnSpc>
                <a:spcPct val="100000"/>
              </a:lnSpc>
              <a:spcBef>
                <a:spcPts val="0"/>
              </a:spcBef>
              <a:spcAft>
                <a:spcPts val="0"/>
              </a:spcAft>
              <a:buSzPts val="1800"/>
              <a:buNone/>
              <a:defRPr sz="1800"/>
            </a:lvl4pPr>
            <a:lvl5pPr lvl="4">
              <a:lnSpc>
                <a:spcPct val="100000"/>
              </a:lnSpc>
              <a:spcBef>
                <a:spcPts val="0"/>
              </a:spcBef>
              <a:spcAft>
                <a:spcPts val="0"/>
              </a:spcAft>
              <a:buSzPts val="1800"/>
              <a:buNone/>
              <a:defRPr sz="1800"/>
            </a:lvl5pPr>
            <a:lvl6pPr lvl="5">
              <a:lnSpc>
                <a:spcPct val="100000"/>
              </a:lnSpc>
              <a:spcBef>
                <a:spcPts val="0"/>
              </a:spcBef>
              <a:spcAft>
                <a:spcPts val="0"/>
              </a:spcAft>
              <a:buSzPts val="1800"/>
              <a:buNone/>
              <a:defRPr sz="1800"/>
            </a:lvl6pPr>
            <a:lvl7pPr lvl="6">
              <a:lnSpc>
                <a:spcPct val="100000"/>
              </a:lnSpc>
              <a:spcBef>
                <a:spcPts val="0"/>
              </a:spcBef>
              <a:spcAft>
                <a:spcPts val="0"/>
              </a:spcAft>
              <a:buSzPts val="1800"/>
              <a:buNone/>
              <a:defRPr sz="1800"/>
            </a:lvl7pPr>
            <a:lvl8pPr lvl="7">
              <a:lnSpc>
                <a:spcPct val="100000"/>
              </a:lnSpc>
              <a:spcBef>
                <a:spcPts val="0"/>
              </a:spcBef>
              <a:spcAft>
                <a:spcPts val="0"/>
              </a:spcAft>
              <a:buSzPts val="1800"/>
              <a:buNone/>
              <a:defRPr sz="1800"/>
            </a:lvl8pPr>
            <a:lvl9pPr lvl="8">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952"/>
        <p:cNvGrpSpPr/>
        <p:nvPr/>
      </p:nvGrpSpPr>
      <p:grpSpPr>
        <a:xfrm>
          <a:off x="0" y="0"/>
          <a:ext cx="0" cy="0"/>
          <a:chOff x="0" y="0"/>
          <a:chExt cx="0" cy="0"/>
        </a:xfrm>
      </p:grpSpPr>
      <p:sp>
        <p:nvSpPr>
          <p:cNvPr id="953" name="Google Shape;953;p91"/>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954"/>
        <p:cNvGrpSpPr/>
        <p:nvPr/>
      </p:nvGrpSpPr>
      <p:grpSpPr>
        <a:xfrm>
          <a:off x="0" y="0"/>
          <a:ext cx="0" cy="0"/>
          <a:chOff x="0" y="0"/>
          <a:chExt cx="0" cy="0"/>
        </a:xfrm>
      </p:grpSpPr>
      <p:sp>
        <p:nvSpPr>
          <p:cNvPr id="955" name="Google Shape;955;p92"/>
          <p:cNvSpPr>
            <a:spLocks noGrp="1"/>
          </p:cNvSpPr>
          <p:nvPr>
            <p:ph type="pic" idx="2"/>
          </p:nvPr>
        </p:nvSpPr>
        <p:spPr>
          <a:xfrm>
            <a:off x="3389600" y="118913"/>
            <a:ext cx="1643700" cy="1535100"/>
          </a:xfrm>
          <a:prstGeom prst="rect">
            <a:avLst/>
          </a:prstGeom>
          <a:noFill/>
          <a:ln>
            <a:noFill/>
          </a:ln>
        </p:spPr>
      </p:sp>
      <p:sp>
        <p:nvSpPr>
          <p:cNvPr id="956" name="Google Shape;956;p92"/>
          <p:cNvSpPr>
            <a:spLocks noGrp="1"/>
          </p:cNvSpPr>
          <p:nvPr>
            <p:ph type="pic" idx="3"/>
          </p:nvPr>
        </p:nvSpPr>
        <p:spPr>
          <a:xfrm>
            <a:off x="5195935" y="118913"/>
            <a:ext cx="1643700" cy="1535100"/>
          </a:xfrm>
          <a:prstGeom prst="rect">
            <a:avLst/>
          </a:prstGeom>
          <a:noFill/>
          <a:ln>
            <a:noFill/>
          </a:ln>
        </p:spPr>
      </p:sp>
      <p:sp>
        <p:nvSpPr>
          <p:cNvPr id="957" name="Google Shape;957;p92"/>
          <p:cNvSpPr>
            <a:spLocks noGrp="1"/>
          </p:cNvSpPr>
          <p:nvPr>
            <p:ph type="pic" idx="4"/>
          </p:nvPr>
        </p:nvSpPr>
        <p:spPr>
          <a:xfrm>
            <a:off x="7002270" y="118913"/>
            <a:ext cx="1643700" cy="1535100"/>
          </a:xfrm>
          <a:prstGeom prst="rect">
            <a:avLst/>
          </a:prstGeom>
          <a:noFill/>
          <a:ln>
            <a:noFill/>
          </a:ln>
        </p:spPr>
      </p:sp>
      <p:sp>
        <p:nvSpPr>
          <p:cNvPr id="958" name="Google Shape;958;p92"/>
          <p:cNvSpPr>
            <a:spLocks noGrp="1"/>
          </p:cNvSpPr>
          <p:nvPr>
            <p:ph type="pic" idx="5"/>
          </p:nvPr>
        </p:nvSpPr>
        <p:spPr>
          <a:xfrm>
            <a:off x="3389588" y="1804212"/>
            <a:ext cx="1643700" cy="1535100"/>
          </a:xfrm>
          <a:prstGeom prst="rect">
            <a:avLst/>
          </a:prstGeom>
          <a:noFill/>
          <a:ln>
            <a:noFill/>
          </a:ln>
        </p:spPr>
      </p:sp>
      <p:sp>
        <p:nvSpPr>
          <p:cNvPr id="959" name="Google Shape;959;p92"/>
          <p:cNvSpPr>
            <a:spLocks noGrp="1"/>
          </p:cNvSpPr>
          <p:nvPr>
            <p:ph type="pic" idx="6"/>
          </p:nvPr>
        </p:nvSpPr>
        <p:spPr>
          <a:xfrm>
            <a:off x="5195922" y="1804212"/>
            <a:ext cx="1643700" cy="1535100"/>
          </a:xfrm>
          <a:prstGeom prst="rect">
            <a:avLst/>
          </a:prstGeom>
          <a:noFill/>
          <a:ln>
            <a:noFill/>
          </a:ln>
        </p:spPr>
      </p:sp>
      <p:sp>
        <p:nvSpPr>
          <p:cNvPr id="960" name="Google Shape;960;p92"/>
          <p:cNvSpPr>
            <a:spLocks noGrp="1"/>
          </p:cNvSpPr>
          <p:nvPr>
            <p:ph type="pic" idx="7"/>
          </p:nvPr>
        </p:nvSpPr>
        <p:spPr>
          <a:xfrm>
            <a:off x="7002257" y="1804212"/>
            <a:ext cx="1643700" cy="1535100"/>
          </a:xfrm>
          <a:prstGeom prst="rect">
            <a:avLst/>
          </a:prstGeom>
          <a:noFill/>
          <a:ln>
            <a:noFill/>
          </a:ln>
        </p:spPr>
      </p:sp>
      <p:sp>
        <p:nvSpPr>
          <p:cNvPr id="961" name="Google Shape;961;p9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4400"/>
              <a:buNone/>
              <a:defRPr/>
            </a:lvl1pPr>
            <a:lvl2pPr lvl="1">
              <a:spcBef>
                <a:spcPts val="0"/>
              </a:spcBef>
              <a:spcAft>
                <a:spcPts val="0"/>
              </a:spcAft>
              <a:buSzPts val="4400"/>
              <a:buNone/>
              <a:defRPr/>
            </a:lvl2pPr>
            <a:lvl3pPr lvl="2">
              <a:spcBef>
                <a:spcPts val="0"/>
              </a:spcBef>
              <a:spcAft>
                <a:spcPts val="0"/>
              </a:spcAft>
              <a:buSzPts val="4400"/>
              <a:buNone/>
              <a:defRPr/>
            </a:lvl3pPr>
            <a:lvl4pPr lvl="3">
              <a:spcBef>
                <a:spcPts val="0"/>
              </a:spcBef>
              <a:spcAft>
                <a:spcPts val="0"/>
              </a:spcAft>
              <a:buSzPts val="4400"/>
              <a:buNone/>
              <a:defRPr/>
            </a:lvl4pPr>
            <a:lvl5pPr lvl="4">
              <a:spcBef>
                <a:spcPts val="0"/>
              </a:spcBef>
              <a:spcAft>
                <a:spcPts val="0"/>
              </a:spcAft>
              <a:buSzPts val="4400"/>
              <a:buNone/>
              <a:defRPr/>
            </a:lvl5pPr>
            <a:lvl6pPr lvl="5">
              <a:spcBef>
                <a:spcPts val="0"/>
              </a:spcBef>
              <a:spcAft>
                <a:spcPts val="0"/>
              </a:spcAft>
              <a:buSzPts val="4400"/>
              <a:buNone/>
              <a:defRPr/>
            </a:lvl6pPr>
            <a:lvl7pPr lvl="6">
              <a:spcBef>
                <a:spcPts val="0"/>
              </a:spcBef>
              <a:spcAft>
                <a:spcPts val="0"/>
              </a:spcAft>
              <a:buSzPts val="4400"/>
              <a:buNone/>
              <a:defRPr/>
            </a:lvl7pPr>
            <a:lvl8pPr lvl="7">
              <a:spcBef>
                <a:spcPts val="0"/>
              </a:spcBef>
              <a:spcAft>
                <a:spcPts val="0"/>
              </a:spcAft>
              <a:buSzPts val="4400"/>
              <a:buNone/>
              <a:defRPr/>
            </a:lvl8pPr>
            <a:lvl9pPr lvl="8">
              <a:spcBef>
                <a:spcPts val="0"/>
              </a:spcBef>
              <a:spcAft>
                <a:spcPts val="0"/>
              </a:spcAft>
              <a:buSzPts val="4400"/>
              <a:buNone/>
              <a:defRPr/>
            </a:lvl9pPr>
          </a:lstStyle>
          <a:p>
            <a:endParaRPr/>
          </a:p>
        </p:txBody>
      </p:sp>
      <p:sp>
        <p:nvSpPr>
          <p:cNvPr id="962" name="Google Shape;962;p92"/>
          <p:cNvSpPr>
            <a:spLocks noGrp="1"/>
          </p:cNvSpPr>
          <p:nvPr>
            <p:ph type="pic" idx="8"/>
          </p:nvPr>
        </p:nvSpPr>
        <p:spPr>
          <a:xfrm>
            <a:off x="3389588" y="3489487"/>
            <a:ext cx="1643700" cy="1535100"/>
          </a:xfrm>
          <a:prstGeom prst="rect">
            <a:avLst/>
          </a:prstGeom>
          <a:noFill/>
          <a:ln>
            <a:noFill/>
          </a:ln>
        </p:spPr>
      </p:sp>
      <p:sp>
        <p:nvSpPr>
          <p:cNvPr id="963" name="Google Shape;963;p92"/>
          <p:cNvSpPr>
            <a:spLocks noGrp="1"/>
          </p:cNvSpPr>
          <p:nvPr>
            <p:ph type="pic" idx="9"/>
          </p:nvPr>
        </p:nvSpPr>
        <p:spPr>
          <a:xfrm>
            <a:off x="5195922" y="3489487"/>
            <a:ext cx="1643700" cy="1535100"/>
          </a:xfrm>
          <a:prstGeom prst="rect">
            <a:avLst/>
          </a:prstGeom>
          <a:noFill/>
          <a:ln>
            <a:noFill/>
          </a:ln>
        </p:spPr>
      </p:sp>
      <p:sp>
        <p:nvSpPr>
          <p:cNvPr id="964" name="Google Shape;964;p9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8.xml"/><Relationship Id="rId18" Type="http://schemas.openxmlformats.org/officeDocument/2006/relationships/slideLayout" Target="../slideLayouts/slideLayout63.xml"/><Relationship Id="rId26" Type="http://schemas.openxmlformats.org/officeDocument/2006/relationships/slideLayout" Target="../slideLayouts/slideLayout71.xml"/><Relationship Id="rId39" Type="http://schemas.openxmlformats.org/officeDocument/2006/relationships/slideLayout" Target="../slideLayouts/slideLayout84.xml"/><Relationship Id="rId21" Type="http://schemas.openxmlformats.org/officeDocument/2006/relationships/slideLayout" Target="../slideLayouts/slideLayout66.xml"/><Relationship Id="rId34" Type="http://schemas.openxmlformats.org/officeDocument/2006/relationships/slideLayout" Target="../slideLayouts/slideLayout79.xml"/><Relationship Id="rId42" Type="http://schemas.openxmlformats.org/officeDocument/2006/relationships/slideLayout" Target="../slideLayouts/slideLayout87.xml"/><Relationship Id="rId7" Type="http://schemas.openxmlformats.org/officeDocument/2006/relationships/slideLayout" Target="../slideLayouts/slideLayout5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9" Type="http://schemas.openxmlformats.org/officeDocument/2006/relationships/slideLayout" Target="../slideLayouts/slideLayout74.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24" Type="http://schemas.openxmlformats.org/officeDocument/2006/relationships/slideLayout" Target="../slideLayouts/slideLayout69.xml"/><Relationship Id="rId32" Type="http://schemas.openxmlformats.org/officeDocument/2006/relationships/slideLayout" Target="../slideLayouts/slideLayout77.xml"/><Relationship Id="rId37" Type="http://schemas.openxmlformats.org/officeDocument/2006/relationships/slideLayout" Target="../slideLayouts/slideLayout82.xml"/><Relationship Id="rId40" Type="http://schemas.openxmlformats.org/officeDocument/2006/relationships/slideLayout" Target="../slideLayouts/slideLayout85.xml"/><Relationship Id="rId45" Type="http://schemas.openxmlformats.org/officeDocument/2006/relationships/slideLayout" Target="../slideLayouts/slideLayout90.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23" Type="http://schemas.openxmlformats.org/officeDocument/2006/relationships/slideLayout" Target="../slideLayouts/slideLayout68.xml"/><Relationship Id="rId28" Type="http://schemas.openxmlformats.org/officeDocument/2006/relationships/slideLayout" Target="../slideLayouts/slideLayout73.xml"/><Relationship Id="rId36" Type="http://schemas.openxmlformats.org/officeDocument/2006/relationships/slideLayout" Target="../slideLayouts/slideLayout81.xml"/><Relationship Id="rId10" Type="http://schemas.openxmlformats.org/officeDocument/2006/relationships/slideLayout" Target="../slideLayouts/slideLayout55.xml"/><Relationship Id="rId19" Type="http://schemas.openxmlformats.org/officeDocument/2006/relationships/slideLayout" Target="../slideLayouts/slideLayout64.xml"/><Relationship Id="rId31" Type="http://schemas.openxmlformats.org/officeDocument/2006/relationships/slideLayout" Target="../slideLayouts/slideLayout76.xml"/><Relationship Id="rId44" Type="http://schemas.openxmlformats.org/officeDocument/2006/relationships/slideLayout" Target="../slideLayouts/slideLayout89.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 Id="rId22" Type="http://schemas.openxmlformats.org/officeDocument/2006/relationships/slideLayout" Target="../slideLayouts/slideLayout67.xml"/><Relationship Id="rId27" Type="http://schemas.openxmlformats.org/officeDocument/2006/relationships/slideLayout" Target="../slideLayouts/slideLayout72.xml"/><Relationship Id="rId30" Type="http://schemas.openxmlformats.org/officeDocument/2006/relationships/slideLayout" Target="../slideLayouts/slideLayout75.xml"/><Relationship Id="rId35" Type="http://schemas.openxmlformats.org/officeDocument/2006/relationships/slideLayout" Target="../slideLayouts/slideLayout80.xml"/><Relationship Id="rId43" Type="http://schemas.openxmlformats.org/officeDocument/2006/relationships/slideLayout" Target="../slideLayouts/slideLayout88.xml"/><Relationship Id="rId8" Type="http://schemas.openxmlformats.org/officeDocument/2006/relationships/slideLayout" Target="../slideLayouts/slideLayout53.xml"/><Relationship Id="rId3" Type="http://schemas.openxmlformats.org/officeDocument/2006/relationships/slideLayout" Target="../slideLayouts/slideLayout48.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5" Type="http://schemas.openxmlformats.org/officeDocument/2006/relationships/slideLayout" Target="../slideLayouts/slideLayout70.xml"/><Relationship Id="rId33" Type="http://schemas.openxmlformats.org/officeDocument/2006/relationships/slideLayout" Target="../slideLayouts/slideLayout78.xml"/><Relationship Id="rId38" Type="http://schemas.openxmlformats.org/officeDocument/2006/relationships/slideLayout" Target="../slideLayouts/slideLayout83.xml"/><Relationship Id="rId46" Type="http://schemas.openxmlformats.org/officeDocument/2006/relationships/theme" Target="../theme/theme2.xml"/><Relationship Id="rId20" Type="http://schemas.openxmlformats.org/officeDocument/2006/relationships/slideLayout" Target="../slideLayouts/slideLayout65.xml"/><Relationship Id="rId41"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body" idx="1"/>
          </p:nvPr>
        </p:nvSpPr>
        <p:spPr>
          <a:xfrm>
            <a:off x="284850" y="1555575"/>
            <a:ext cx="5710500" cy="2861400"/>
          </a:xfrm>
          <a:prstGeom prst="rect">
            <a:avLst/>
          </a:prstGeom>
          <a:noFill/>
          <a:ln>
            <a:noFill/>
          </a:ln>
        </p:spPr>
        <p:txBody>
          <a:bodyPr spcFirstLastPara="1" wrap="square" lIns="0" tIns="0" rIns="0" bIns="0" anchor="t" anchorCtr="0">
            <a:spAutoFit/>
          </a:bodyPr>
          <a:lstStyle>
            <a:lvl1pPr marL="457200" lvl="0"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
        <p:nvSpPr>
          <p:cNvPr id="7" name="Google Shape;7;p1"/>
          <p:cNvSpPr txBox="1">
            <a:spLocks noGrp="1"/>
          </p:cNvSpPr>
          <p:nvPr>
            <p:ph type="title"/>
          </p:nvPr>
        </p:nvSpPr>
        <p:spPr>
          <a:xfrm>
            <a:off x="284850" y="285900"/>
            <a:ext cx="6423900" cy="587700"/>
          </a:xfrm>
          <a:prstGeom prst="rect">
            <a:avLst/>
          </a:prstGeom>
          <a:noFill/>
          <a:ln>
            <a:noFill/>
          </a:ln>
        </p:spPr>
        <p:txBody>
          <a:bodyPr spcFirstLastPara="1" wrap="square" lIns="0" tIns="0" rIns="0" bIns="0" anchor="t" anchorCtr="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a:endParaRPr/>
          </a:p>
        </p:txBody>
      </p:sp>
      <p:sp>
        <p:nvSpPr>
          <p:cNvPr id="8" name="Google Shape;8;p1"/>
          <p:cNvSpPr txBox="1">
            <a:spLocks noGrp="1"/>
          </p:cNvSpPr>
          <p:nvPr>
            <p:ph type="sldNum" idx="12"/>
          </p:nvPr>
        </p:nvSpPr>
        <p:spPr>
          <a:xfrm>
            <a:off x="8308150" y="4782125"/>
            <a:ext cx="548700" cy="76200"/>
          </a:xfrm>
          <a:prstGeom prst="rect">
            <a:avLst/>
          </a:prstGeom>
          <a:noFill/>
          <a:ln>
            <a:noFill/>
          </a:ln>
        </p:spPr>
        <p:txBody>
          <a:bodyPr spcFirstLastPara="1" wrap="square" lIns="0" tIns="0" rIns="0" bIns="0" anchor="ctr" anchorCtr="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a:spLocks noGrp="1"/>
          </p:cNvSpPr>
          <p:nvPr>
            <p:ph type="title" idx="2"/>
          </p:nvPr>
        </p:nvSpPr>
        <p:spPr>
          <a:xfrm>
            <a:off x="288625" y="4778975"/>
            <a:ext cx="42273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0" name="Google Shape;10;p1"/>
          <p:cNvSpPr txBox="1">
            <a:spLocks noGrp="1"/>
          </p:cNvSpPr>
          <p:nvPr>
            <p:ph type="title" idx="3"/>
          </p:nvPr>
        </p:nvSpPr>
        <p:spPr>
          <a:xfrm>
            <a:off x="462975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1" name="Google Shape;11;p1"/>
          <p:cNvSpPr txBox="1">
            <a:spLocks noGrp="1"/>
          </p:cNvSpPr>
          <p:nvPr>
            <p:ph type="title" idx="4"/>
          </p:nvPr>
        </p:nvSpPr>
        <p:spPr>
          <a:xfrm>
            <a:off x="6086100" y="4778975"/>
            <a:ext cx="1328400" cy="76200"/>
          </a:xfrm>
          <a:prstGeom prst="rect">
            <a:avLst/>
          </a:prstGeom>
          <a:noFill/>
          <a:ln>
            <a:noFill/>
          </a:ln>
        </p:spPr>
        <p:txBody>
          <a:bodyPr spcFirstLastPara="1" wrap="square" lIns="0" tIns="0" rIns="0" bIns="0" anchor="ctr" anchorCtr="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a:endParaRPr/>
          </a:p>
        </p:txBody>
      </p:sp>
      <p:sp>
        <p:nvSpPr>
          <p:cNvPr id="12" name="Google Shape;12;p1"/>
          <p:cNvSpPr txBox="1">
            <a:spLocks noGrp="1"/>
          </p:cNvSpPr>
          <p:nvPr>
            <p:ph type="body" idx="5"/>
          </p:nvPr>
        </p:nvSpPr>
        <p:spPr>
          <a:xfrm>
            <a:off x="4239825" y="1398125"/>
            <a:ext cx="3648900" cy="22791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marL="914400" lvl="1"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marL="1371600" lvl="2"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marL="1828800" lvl="3"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marL="2286000" lvl="4"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marL="2743200" lvl="5"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marL="3200400" lvl="6"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marL="3657600" lvl="7"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marL="4114800" lvl="8" indent="-30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Lst>
  <mc:AlternateContent xmlns:mc="http://schemas.openxmlformats.org/markup-compatibility/2006" xmlns:p14="http://schemas.microsoft.com/office/powerpoint/2010/main">
    <mc:Choice Requires="p14">
      <p:transition p14:dur="1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357"/>
        <p:cNvGrpSpPr/>
        <p:nvPr/>
      </p:nvGrpSpPr>
      <p:grpSpPr>
        <a:xfrm>
          <a:off x="0" y="0"/>
          <a:ext cx="0" cy="0"/>
          <a:chOff x="0" y="0"/>
          <a:chExt cx="0" cy="0"/>
        </a:xfrm>
      </p:grpSpPr>
      <p:sp>
        <p:nvSpPr>
          <p:cNvPr id="358" name="Google Shape;358;p4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1pPr>
            <a:lvl2pPr lvl="1">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2pPr>
            <a:lvl3pPr lvl="2">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3pPr>
            <a:lvl4pPr lvl="3">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4pPr>
            <a:lvl5pPr lvl="4">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5pPr>
            <a:lvl6pPr lvl="5">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6pPr>
            <a:lvl7pPr lvl="6">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7pPr>
            <a:lvl8pPr lvl="7">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8pPr>
            <a:lvl9pPr lvl="8">
              <a:spcBef>
                <a:spcPts val="0"/>
              </a:spcBef>
              <a:spcAft>
                <a:spcPts val="0"/>
              </a:spcAft>
              <a:buClr>
                <a:schemeClr val="dk1"/>
              </a:buClr>
              <a:buSzPts val="4400"/>
              <a:buFont typeface="Neuton Light"/>
              <a:buNone/>
              <a:defRPr sz="4400">
                <a:solidFill>
                  <a:schemeClr val="dk1"/>
                </a:solidFill>
                <a:latin typeface="Neuton Light"/>
                <a:ea typeface="Neuton Light"/>
                <a:cs typeface="Neuton Light"/>
                <a:sym typeface="Neuton Light"/>
              </a:defRPr>
            </a:lvl9pPr>
          </a:lstStyle>
          <a:p>
            <a:endParaRPr/>
          </a:p>
        </p:txBody>
      </p:sp>
      <p:sp>
        <p:nvSpPr>
          <p:cNvPr id="359" name="Google Shape;359;p4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1pPr>
            <a:lvl2pPr marL="914400" lvl="1"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2pPr>
            <a:lvl3pPr marL="1371600" lvl="2"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3pPr>
            <a:lvl4pPr marL="1828800" lvl="3"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4pPr>
            <a:lvl5pPr marL="2286000" lvl="4"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5pPr>
            <a:lvl6pPr marL="2743200" lvl="5"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6pPr>
            <a:lvl7pPr marL="3200400" lvl="6"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7pPr>
            <a:lvl8pPr marL="3657600" lvl="7"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8pPr>
            <a:lvl9pPr marL="4114800" lvl="8" indent="-292100">
              <a:lnSpc>
                <a:spcPct val="115000"/>
              </a:lnSpc>
              <a:spcBef>
                <a:spcPts val="0"/>
              </a:spcBef>
              <a:spcAft>
                <a:spcPts val="0"/>
              </a:spcAft>
              <a:buClr>
                <a:schemeClr val="dk1"/>
              </a:buClr>
              <a:buSzPts val="1000"/>
              <a:buFont typeface="Hanken Grotesk"/>
              <a:buChar char="■"/>
              <a:defRPr sz="1000">
                <a:solidFill>
                  <a:schemeClr val="dk1"/>
                </a:solidFill>
                <a:latin typeface="Hanken Grotesk"/>
                <a:ea typeface="Hanken Grotesk"/>
                <a:cs typeface="Hanken Grotesk"/>
                <a:sym typeface="Hanken Grotesk"/>
              </a:defRPr>
            </a:lvl9pPr>
          </a:lstStyle>
          <a:p>
            <a:endParaRPr/>
          </a:p>
        </p:txBody>
      </p:sp>
      <p:sp>
        <p:nvSpPr>
          <p:cNvPr id="360" name="Google Shape;360;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1pPr>
            <a:lvl2pPr marL="0" marR="0" lvl="1"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2pPr>
            <a:lvl3pPr marL="0" marR="0" lvl="2"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3pPr>
            <a:lvl4pPr marL="0" marR="0" lvl="3"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4pPr>
            <a:lvl5pPr marL="0" marR="0" lvl="4"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5pPr>
            <a:lvl6pPr marL="0" marR="0" lvl="5"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6pPr>
            <a:lvl7pPr marL="0" marR="0" lvl="6"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7pPr>
            <a:lvl8pPr marL="0" marR="0" lvl="7"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8pPr>
            <a:lvl9pPr marL="0" marR="0" lvl="8" indent="0" algn="r" rtl="0">
              <a:lnSpc>
                <a:spcPct val="100000"/>
              </a:lnSpc>
              <a:spcBef>
                <a:spcPts val="0"/>
              </a:spcBef>
              <a:spcAft>
                <a:spcPts val="0"/>
              </a:spcAft>
              <a:buClr>
                <a:srgbClr val="000000"/>
              </a:buClr>
              <a:buSzPts val="1000"/>
              <a:buFont typeface="Arial"/>
              <a:buNone/>
              <a:defRPr sz="1000">
                <a:solidFill>
                  <a:schemeClr val="dk2"/>
                </a:solidFill>
                <a:latin typeface="Hanken Grotesk"/>
                <a:ea typeface="Hanken Grotesk"/>
                <a:cs typeface="Hanken Grotesk"/>
                <a:sym typeface="Hanken Grotesk"/>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 id="2147483725" r:id="rId33"/>
    <p:sldLayoutId id="2147483726" r:id="rId34"/>
    <p:sldLayoutId id="2147483727" r:id="rId35"/>
    <p:sldLayoutId id="2147483728" r:id="rId36"/>
    <p:sldLayoutId id="2147483729" r:id="rId37"/>
    <p:sldLayoutId id="2147483730" r:id="rId38"/>
    <p:sldLayoutId id="2147483731" r:id="rId39"/>
    <p:sldLayoutId id="2147483732" r:id="rId40"/>
    <p:sldLayoutId id="2147483733" r:id="rId41"/>
    <p:sldLayoutId id="2147483734" r:id="rId42"/>
    <p:sldLayoutId id="2147483735" r:id="rId43"/>
    <p:sldLayoutId id="2147483736" r:id="rId44"/>
    <p:sldLayoutId id="2147483737" r:id="rId45"/>
  </p:sldLayoutIdLst>
  <mc:AlternateContent xmlns:mc="http://schemas.openxmlformats.org/markup-compatibility/2006" xmlns:p14="http://schemas.microsoft.com/office/powerpoint/2010/main">
    <mc:Choice Requires="p14">
      <p:transition p14:dur="1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49.xml"/><Relationship Id="rId4" Type="http://schemas.openxmlformats.org/officeDocument/2006/relationships/hyperlink" Target="https://www.usgs.gov/media/images/earthquake-early-warning-basics-0"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doi.org/10.1029/2019jb017718" TargetMode="External"/><Relationship Id="rId2" Type="http://schemas.openxmlformats.org/officeDocument/2006/relationships/notesSlide" Target="../notesSlides/notesSlide4.xml"/><Relationship Id="rId1" Type="http://schemas.openxmlformats.org/officeDocument/2006/relationships/slideLayout" Target="../slideLayouts/slideLayout49.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56.xml"/><Relationship Id="rId4" Type="http://schemas.openxmlformats.org/officeDocument/2006/relationships/hyperlink" Target="https://www.kaggle.com/datasets/ahmeduzaki/earthquake-alert-prediction-dataset/data"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0.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80.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80.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59.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59.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93"/>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970" name="Google Shape;970;p93"/>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971" name="Google Shape;971;p93"/>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972" name="Google Shape;972;p93"/>
          <p:cNvSpPr txBox="1">
            <a:spLocks noGrp="1"/>
          </p:cNvSpPr>
          <p:nvPr>
            <p:ph type="title"/>
          </p:nvPr>
        </p:nvSpPr>
        <p:spPr>
          <a:xfrm>
            <a:off x="593175" y="486000"/>
            <a:ext cx="7916400" cy="2743200"/>
          </a:xfrm>
          <a:prstGeom prst="rect">
            <a:avLst/>
          </a:prstGeom>
        </p:spPr>
        <p:txBody>
          <a:bodyPr spcFirstLastPara="1" wrap="square" lIns="0" tIns="0" rIns="0" bIns="0" anchor="b" anchorCtr="0">
            <a:noAutofit/>
          </a:bodyPr>
          <a:lstStyle/>
          <a:p>
            <a:pPr marL="0" lvl="0" indent="0" algn="l" rtl="0">
              <a:lnSpc>
                <a:spcPct val="80000"/>
              </a:lnSpc>
              <a:spcBef>
                <a:spcPts val="0"/>
              </a:spcBef>
              <a:spcAft>
                <a:spcPts val="0"/>
              </a:spcAft>
              <a:buSzPts val="8000"/>
              <a:buNone/>
            </a:pPr>
            <a:r>
              <a:rPr lang="en" sz="7000" b="1" dirty="0">
                <a:latin typeface="Neuton"/>
                <a:ea typeface="Neuton"/>
                <a:cs typeface="Neuton"/>
                <a:sym typeface="Neuton"/>
              </a:rPr>
              <a:t>Final Project:</a:t>
            </a:r>
            <a:r>
              <a:rPr lang="en" sz="7000" dirty="0"/>
              <a:t> Earthquake Alert Prediction Model</a:t>
            </a:r>
            <a:endParaRPr sz="7000" dirty="0"/>
          </a:p>
        </p:txBody>
      </p:sp>
      <p:sp>
        <p:nvSpPr>
          <p:cNvPr id="973" name="Google Shape;973;p93"/>
          <p:cNvSpPr txBox="1">
            <a:spLocks noGrp="1"/>
          </p:cNvSpPr>
          <p:nvPr>
            <p:ph type="body" idx="1"/>
          </p:nvPr>
        </p:nvSpPr>
        <p:spPr>
          <a:xfrm>
            <a:off x="575438" y="4387200"/>
            <a:ext cx="2919600" cy="648000"/>
          </a:xfrm>
          <a:prstGeom prst="rect">
            <a:avLst/>
          </a:prstGeom>
        </p:spPr>
        <p:txBody>
          <a:bodyPr spcFirstLastPara="1" wrap="square" lIns="0" tIns="0" rIns="0" bIns="91425" anchor="t" anchorCtr="0">
            <a:normAutofit/>
          </a:bodyPr>
          <a:lstStyle/>
          <a:p>
            <a:pPr marL="0" lvl="0" indent="0" algn="l" rtl="0">
              <a:lnSpc>
                <a:spcPct val="100000"/>
              </a:lnSpc>
              <a:spcBef>
                <a:spcPts val="0"/>
              </a:spcBef>
              <a:spcAft>
                <a:spcPts val="0"/>
              </a:spcAft>
              <a:buClr>
                <a:schemeClr val="dk1"/>
              </a:buClr>
              <a:buSzPts val="1000"/>
              <a:buFont typeface="Arial"/>
              <a:buNone/>
            </a:pPr>
            <a:r>
              <a:rPr lang="en" sz="1500"/>
              <a:t>Name: Sach Shrestha</a:t>
            </a:r>
            <a:endParaRPr sz="1500"/>
          </a:p>
        </p:txBody>
      </p:sp>
      <p:sp>
        <p:nvSpPr>
          <p:cNvPr id="974" name="Google Shape;974;p93"/>
          <p:cNvSpPr txBox="1">
            <a:spLocks noGrp="1"/>
          </p:cNvSpPr>
          <p:nvPr>
            <p:ph type="subTitle" idx="2"/>
          </p:nvPr>
        </p:nvSpPr>
        <p:spPr>
          <a:xfrm>
            <a:off x="1284638" y="214800"/>
            <a:ext cx="1501200" cy="183600"/>
          </a:xfrm>
          <a:prstGeom prst="rect">
            <a:avLst/>
          </a:prstGeom>
        </p:spPr>
        <p:txBody>
          <a:bodyPr spcFirstLastPara="1" wrap="square" lIns="0" tIns="0" rIns="0" bIns="0" anchor="ctr" anchorCtr="0">
            <a:noAutofit/>
          </a:bodyPr>
          <a:lstStyle/>
          <a:p>
            <a:pPr marL="0" lvl="0" indent="0" algn="ctr" rtl="0">
              <a:lnSpc>
                <a:spcPct val="115000"/>
              </a:lnSpc>
              <a:spcBef>
                <a:spcPts val="0"/>
              </a:spcBef>
              <a:spcAft>
                <a:spcPts val="0"/>
              </a:spcAft>
              <a:buSzPts val="1200"/>
              <a:buNone/>
            </a:pPr>
            <a:r>
              <a:rPr lang="en" sz="1500"/>
              <a:t>CSCI 3360</a:t>
            </a:r>
            <a:endParaRPr sz="1500"/>
          </a:p>
        </p:txBody>
      </p:sp>
      <p:sp>
        <p:nvSpPr>
          <p:cNvPr id="975" name="Google Shape;975;p93"/>
          <p:cNvSpPr txBox="1">
            <a:spLocks noGrp="1"/>
          </p:cNvSpPr>
          <p:nvPr>
            <p:ph type="subTitle" idx="4"/>
          </p:nvPr>
        </p:nvSpPr>
        <p:spPr>
          <a:xfrm>
            <a:off x="7040700" y="4387200"/>
            <a:ext cx="1501200" cy="183600"/>
          </a:xfrm>
          <a:prstGeom prst="rect">
            <a:avLst/>
          </a:prstGeom>
        </p:spPr>
        <p:txBody>
          <a:bodyPr spcFirstLastPara="1" wrap="square" lIns="0" tIns="0" rIns="0" bIns="0" anchor="ctr" anchorCtr="0">
            <a:noAutofit/>
          </a:bodyPr>
          <a:lstStyle/>
          <a:p>
            <a:pPr marL="0" lvl="0" indent="0" algn="r" rtl="0">
              <a:lnSpc>
                <a:spcPct val="115000"/>
              </a:lnSpc>
              <a:spcBef>
                <a:spcPts val="0"/>
              </a:spcBef>
              <a:spcAft>
                <a:spcPts val="0"/>
              </a:spcAft>
              <a:buSzPts val="1200"/>
              <a:buNone/>
            </a:pPr>
            <a:r>
              <a:rPr lang="en" sz="1500"/>
              <a:t>Fall 2025</a:t>
            </a:r>
            <a:endParaRPr sz="15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94"/>
          <p:cNvSpPr txBox="1">
            <a:spLocks noGrp="1"/>
          </p:cNvSpPr>
          <p:nvPr>
            <p:ph type="title"/>
          </p:nvPr>
        </p:nvSpPr>
        <p:spPr>
          <a:xfrm>
            <a:off x="594025" y="184702"/>
            <a:ext cx="3696300" cy="153900"/>
          </a:xfrm>
          <a:prstGeom prst="rect">
            <a:avLst/>
          </a:prstGeom>
        </p:spPr>
        <p:txBody>
          <a:bodyPr spcFirstLastPara="1" wrap="square" lIns="0" tIns="0" rIns="0" bIns="0" anchor="ctr" anchorCtr="0">
            <a:noAutofit/>
          </a:bodyPr>
          <a:lstStyle/>
          <a:p>
            <a:pPr marL="0" lvl="0" indent="0" algn="l" rtl="0">
              <a:lnSpc>
                <a:spcPct val="100000"/>
              </a:lnSpc>
              <a:spcBef>
                <a:spcPts val="0"/>
              </a:spcBef>
              <a:spcAft>
                <a:spcPts val="0"/>
              </a:spcAft>
              <a:buSzPts val="1000"/>
              <a:buNone/>
            </a:pPr>
            <a:r>
              <a:rPr lang="en" sz="1500"/>
              <a:t>AGENDA</a:t>
            </a:r>
            <a:endParaRPr sz="1500"/>
          </a:p>
        </p:txBody>
      </p:sp>
      <p:sp>
        <p:nvSpPr>
          <p:cNvPr id="981" name="Google Shape;981;p94"/>
          <p:cNvSpPr txBox="1">
            <a:spLocks noGrp="1"/>
          </p:cNvSpPr>
          <p:nvPr>
            <p:ph type="subTitle" idx="1"/>
          </p:nvPr>
        </p:nvSpPr>
        <p:spPr>
          <a:xfrm>
            <a:off x="4322100" y="47000"/>
            <a:ext cx="3958800" cy="4527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SzPts val="2800"/>
              <a:buNone/>
            </a:pPr>
            <a:r>
              <a:rPr lang="en" sz="2700"/>
              <a:t>Introduction</a:t>
            </a:r>
            <a:endParaRPr sz="2700"/>
          </a:p>
        </p:txBody>
      </p:sp>
      <p:sp>
        <p:nvSpPr>
          <p:cNvPr id="982" name="Google Shape;982;p94"/>
          <p:cNvSpPr txBox="1">
            <a:spLocks noGrp="1"/>
          </p:cNvSpPr>
          <p:nvPr>
            <p:ph type="subTitle" idx="2"/>
          </p:nvPr>
        </p:nvSpPr>
        <p:spPr>
          <a:xfrm>
            <a:off x="4322100" y="538525"/>
            <a:ext cx="3958800" cy="4527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2700"/>
              <a:t>Motivation</a:t>
            </a:r>
            <a:endParaRPr sz="2700"/>
          </a:p>
        </p:txBody>
      </p:sp>
      <p:sp>
        <p:nvSpPr>
          <p:cNvPr id="983" name="Google Shape;983;p94"/>
          <p:cNvSpPr txBox="1">
            <a:spLocks noGrp="1"/>
          </p:cNvSpPr>
          <p:nvPr>
            <p:ph type="subTitle" idx="3"/>
          </p:nvPr>
        </p:nvSpPr>
        <p:spPr>
          <a:xfrm>
            <a:off x="4322100" y="1061300"/>
            <a:ext cx="3958800" cy="4527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2700"/>
              <a:t>Dataset Features</a:t>
            </a:r>
            <a:endParaRPr sz="2700"/>
          </a:p>
        </p:txBody>
      </p:sp>
      <p:sp>
        <p:nvSpPr>
          <p:cNvPr id="984" name="Google Shape;984;p94"/>
          <p:cNvSpPr txBox="1">
            <a:spLocks noGrp="1"/>
          </p:cNvSpPr>
          <p:nvPr>
            <p:ph type="subTitle" idx="4"/>
          </p:nvPr>
        </p:nvSpPr>
        <p:spPr>
          <a:xfrm>
            <a:off x="4322100" y="1560213"/>
            <a:ext cx="3958800" cy="4527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2700"/>
              <a:t>Initial Analysis</a:t>
            </a:r>
            <a:endParaRPr sz="2700"/>
          </a:p>
        </p:txBody>
      </p:sp>
      <p:sp>
        <p:nvSpPr>
          <p:cNvPr id="985" name="Google Shape;985;p94"/>
          <p:cNvSpPr txBox="1">
            <a:spLocks noGrp="1"/>
          </p:cNvSpPr>
          <p:nvPr>
            <p:ph type="subTitle" idx="5"/>
          </p:nvPr>
        </p:nvSpPr>
        <p:spPr>
          <a:xfrm>
            <a:off x="4322100" y="2094363"/>
            <a:ext cx="3958800" cy="4527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2700"/>
              <a:t>First Model: Decision Tree</a:t>
            </a:r>
            <a:endParaRPr sz="2700"/>
          </a:p>
        </p:txBody>
      </p:sp>
      <p:sp>
        <p:nvSpPr>
          <p:cNvPr id="986" name="Google Shape;986;p94"/>
          <p:cNvSpPr txBox="1">
            <a:spLocks noGrp="1"/>
          </p:cNvSpPr>
          <p:nvPr>
            <p:ph type="subTitle" idx="6"/>
          </p:nvPr>
        </p:nvSpPr>
        <p:spPr>
          <a:xfrm>
            <a:off x="4322100" y="2605313"/>
            <a:ext cx="3958800" cy="4527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 sz="2700"/>
              <a:t>Results I</a:t>
            </a:r>
            <a:endParaRPr sz="2700"/>
          </a:p>
        </p:txBody>
      </p:sp>
      <p:sp>
        <p:nvSpPr>
          <p:cNvPr id="987" name="Google Shape;987;p94"/>
          <p:cNvSpPr txBox="1">
            <a:spLocks noGrp="1"/>
          </p:cNvSpPr>
          <p:nvPr>
            <p:ph type="subTitle" idx="7"/>
          </p:nvPr>
        </p:nvSpPr>
        <p:spPr>
          <a:xfrm>
            <a:off x="4322100" y="3120113"/>
            <a:ext cx="3958800" cy="4527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 sz="2700"/>
              <a:t>Improving the Model</a:t>
            </a:r>
            <a:endParaRPr sz="2700"/>
          </a:p>
        </p:txBody>
      </p:sp>
      <p:sp>
        <p:nvSpPr>
          <p:cNvPr id="988" name="Google Shape;988;p94"/>
          <p:cNvSpPr txBox="1">
            <a:spLocks noGrp="1"/>
          </p:cNvSpPr>
          <p:nvPr>
            <p:ph type="subTitle" idx="8"/>
          </p:nvPr>
        </p:nvSpPr>
        <p:spPr>
          <a:xfrm>
            <a:off x="4322100" y="3634825"/>
            <a:ext cx="3958800" cy="452700"/>
          </a:xfrm>
          <a:prstGeom prst="rect">
            <a:avLst/>
          </a:prstGeom>
        </p:spPr>
        <p:txBody>
          <a:bodyPr spcFirstLastPara="1" wrap="square" lIns="0" tIns="0" rIns="0" bIns="0" anchor="ctr" anchorCtr="0">
            <a:noAutofit/>
          </a:bodyPr>
          <a:lstStyle/>
          <a:p>
            <a:pPr marL="0" lvl="0" indent="0" algn="l" rtl="0">
              <a:spcBef>
                <a:spcPts val="0"/>
              </a:spcBef>
              <a:spcAft>
                <a:spcPts val="0"/>
              </a:spcAft>
              <a:buClr>
                <a:schemeClr val="dk1"/>
              </a:buClr>
              <a:buSzPts val="1100"/>
              <a:buFont typeface="Arial"/>
              <a:buNone/>
            </a:pPr>
            <a:r>
              <a:rPr lang="en" sz="2700"/>
              <a:t>Second Model: Random Forest</a:t>
            </a:r>
            <a:endParaRPr sz="2700"/>
          </a:p>
        </p:txBody>
      </p:sp>
      <p:sp>
        <p:nvSpPr>
          <p:cNvPr id="989" name="Google Shape;989;p94"/>
          <p:cNvSpPr txBox="1">
            <a:spLocks noGrp="1"/>
          </p:cNvSpPr>
          <p:nvPr>
            <p:ph type="subTitle" idx="9"/>
          </p:nvPr>
        </p:nvSpPr>
        <p:spPr>
          <a:xfrm>
            <a:off x="4322100" y="4152488"/>
            <a:ext cx="3958800" cy="4527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
              <a:t>Results II</a:t>
            </a:r>
            <a:endParaRPr/>
          </a:p>
        </p:txBody>
      </p:sp>
      <p:sp>
        <p:nvSpPr>
          <p:cNvPr id="990" name="Google Shape;990;p94"/>
          <p:cNvSpPr txBox="1">
            <a:spLocks noGrp="1"/>
          </p:cNvSpPr>
          <p:nvPr>
            <p:ph type="subTitle" idx="13"/>
          </p:nvPr>
        </p:nvSpPr>
        <p:spPr>
          <a:xfrm>
            <a:off x="4322100" y="4667200"/>
            <a:ext cx="3958800" cy="4527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Clr>
                <a:schemeClr val="dk1"/>
              </a:buClr>
              <a:buSzPts val="1100"/>
              <a:buFont typeface="Arial"/>
              <a:buNone/>
            </a:pPr>
            <a:r>
              <a:rPr lang="en"/>
              <a:t>In Comparison </a:t>
            </a:r>
            <a:endParaRPr/>
          </a:p>
        </p:txBody>
      </p:sp>
      <p:sp>
        <p:nvSpPr>
          <p:cNvPr id="991" name="Google Shape;991;p94"/>
          <p:cNvSpPr txBox="1">
            <a:spLocks noGrp="1"/>
          </p:cNvSpPr>
          <p:nvPr>
            <p:ph type="subTitle" idx="14"/>
          </p:nvPr>
        </p:nvSpPr>
        <p:spPr>
          <a:xfrm>
            <a:off x="8440475" y="35300"/>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1</a:t>
            </a:r>
            <a:endParaRPr/>
          </a:p>
        </p:txBody>
      </p:sp>
      <p:sp>
        <p:nvSpPr>
          <p:cNvPr id="992" name="Google Shape;992;p94"/>
          <p:cNvSpPr txBox="1">
            <a:spLocks noGrp="1"/>
          </p:cNvSpPr>
          <p:nvPr>
            <p:ph type="subTitle" idx="15"/>
          </p:nvPr>
        </p:nvSpPr>
        <p:spPr>
          <a:xfrm>
            <a:off x="8440475" y="526825"/>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2</a:t>
            </a:r>
            <a:endParaRPr/>
          </a:p>
        </p:txBody>
      </p:sp>
      <p:sp>
        <p:nvSpPr>
          <p:cNvPr id="993" name="Google Shape;993;p94"/>
          <p:cNvSpPr txBox="1">
            <a:spLocks noGrp="1"/>
          </p:cNvSpPr>
          <p:nvPr>
            <p:ph type="subTitle" idx="16"/>
          </p:nvPr>
        </p:nvSpPr>
        <p:spPr>
          <a:xfrm>
            <a:off x="8440475" y="1049600"/>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3</a:t>
            </a:r>
            <a:endParaRPr/>
          </a:p>
        </p:txBody>
      </p:sp>
      <p:sp>
        <p:nvSpPr>
          <p:cNvPr id="994" name="Google Shape;994;p94"/>
          <p:cNvSpPr txBox="1">
            <a:spLocks noGrp="1"/>
          </p:cNvSpPr>
          <p:nvPr>
            <p:ph type="subTitle" idx="17"/>
          </p:nvPr>
        </p:nvSpPr>
        <p:spPr>
          <a:xfrm>
            <a:off x="8440475" y="1548513"/>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4</a:t>
            </a:r>
            <a:endParaRPr/>
          </a:p>
        </p:txBody>
      </p:sp>
      <p:sp>
        <p:nvSpPr>
          <p:cNvPr id="995" name="Google Shape;995;p94"/>
          <p:cNvSpPr txBox="1">
            <a:spLocks noGrp="1"/>
          </p:cNvSpPr>
          <p:nvPr>
            <p:ph type="subTitle" idx="18"/>
          </p:nvPr>
        </p:nvSpPr>
        <p:spPr>
          <a:xfrm>
            <a:off x="8440475" y="2082663"/>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5</a:t>
            </a:r>
            <a:endParaRPr/>
          </a:p>
        </p:txBody>
      </p:sp>
      <p:sp>
        <p:nvSpPr>
          <p:cNvPr id="996" name="Google Shape;996;p94"/>
          <p:cNvSpPr txBox="1">
            <a:spLocks noGrp="1"/>
          </p:cNvSpPr>
          <p:nvPr>
            <p:ph type="subTitle" idx="19"/>
          </p:nvPr>
        </p:nvSpPr>
        <p:spPr>
          <a:xfrm>
            <a:off x="8440475" y="2593613"/>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6</a:t>
            </a:r>
            <a:endParaRPr/>
          </a:p>
        </p:txBody>
      </p:sp>
      <p:sp>
        <p:nvSpPr>
          <p:cNvPr id="997" name="Google Shape;997;p94"/>
          <p:cNvSpPr txBox="1">
            <a:spLocks noGrp="1"/>
          </p:cNvSpPr>
          <p:nvPr>
            <p:ph type="subTitle" idx="20"/>
          </p:nvPr>
        </p:nvSpPr>
        <p:spPr>
          <a:xfrm>
            <a:off x="8440475" y="3108413"/>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7</a:t>
            </a:r>
            <a:endParaRPr/>
          </a:p>
        </p:txBody>
      </p:sp>
      <p:sp>
        <p:nvSpPr>
          <p:cNvPr id="998" name="Google Shape;998;p94"/>
          <p:cNvSpPr txBox="1">
            <a:spLocks noGrp="1"/>
          </p:cNvSpPr>
          <p:nvPr>
            <p:ph type="subTitle" idx="21"/>
          </p:nvPr>
        </p:nvSpPr>
        <p:spPr>
          <a:xfrm>
            <a:off x="8440475" y="3623125"/>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8</a:t>
            </a:r>
            <a:endParaRPr/>
          </a:p>
        </p:txBody>
      </p:sp>
      <p:sp>
        <p:nvSpPr>
          <p:cNvPr id="999" name="Google Shape;999;p94"/>
          <p:cNvSpPr txBox="1">
            <a:spLocks noGrp="1"/>
          </p:cNvSpPr>
          <p:nvPr>
            <p:ph type="subTitle" idx="22"/>
          </p:nvPr>
        </p:nvSpPr>
        <p:spPr>
          <a:xfrm>
            <a:off x="8440475" y="4140788"/>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9</a:t>
            </a:r>
            <a:endParaRPr/>
          </a:p>
        </p:txBody>
      </p:sp>
      <p:sp>
        <p:nvSpPr>
          <p:cNvPr id="1000" name="Google Shape;1000;p94"/>
          <p:cNvSpPr txBox="1">
            <a:spLocks noGrp="1"/>
          </p:cNvSpPr>
          <p:nvPr>
            <p:ph type="subTitle" idx="23"/>
          </p:nvPr>
        </p:nvSpPr>
        <p:spPr>
          <a:xfrm>
            <a:off x="8440475" y="4655500"/>
            <a:ext cx="703500" cy="452700"/>
          </a:xfrm>
          <a:prstGeom prst="rect">
            <a:avLst/>
          </a:prstGeom>
        </p:spPr>
        <p:txBody>
          <a:bodyPr spcFirstLastPara="1" wrap="square" lIns="0" tIns="0" rIns="72000" bIns="0" anchor="ctr" anchorCtr="0">
            <a:noAutofit/>
          </a:bodyPr>
          <a:lstStyle/>
          <a:p>
            <a:pPr marL="0" lvl="0" indent="0" algn="r" rtl="0">
              <a:lnSpc>
                <a:spcPct val="115000"/>
              </a:lnSpc>
              <a:spcBef>
                <a:spcPts val="0"/>
              </a:spcBef>
              <a:spcAft>
                <a:spcPts val="0"/>
              </a:spcAft>
              <a:buSzPts val="2800"/>
              <a:buNone/>
            </a:pPr>
            <a:r>
              <a:rPr lang="en"/>
              <a:t>10</a:t>
            </a:r>
            <a:endParaRPr/>
          </a:p>
        </p:txBody>
      </p:sp>
      <p:cxnSp>
        <p:nvCxnSpPr>
          <p:cNvPr id="1001" name="Google Shape;1001;p94"/>
          <p:cNvCxnSpPr/>
          <p:nvPr/>
        </p:nvCxnSpPr>
        <p:spPr>
          <a:xfrm rot="10800000">
            <a:off x="-2075" y="3603941"/>
            <a:ext cx="9144000" cy="0"/>
          </a:xfrm>
          <a:prstGeom prst="straightConnector1">
            <a:avLst/>
          </a:prstGeom>
          <a:noFill/>
          <a:ln w="9525" cap="flat" cmpd="sng">
            <a:solidFill>
              <a:schemeClr val="dk1"/>
            </a:solidFill>
            <a:prstDash val="solid"/>
            <a:round/>
            <a:headEnd type="none" w="sm" len="sm"/>
            <a:tailEnd type="none" w="sm" len="sm"/>
          </a:ln>
        </p:spPr>
      </p:cxnSp>
      <p:cxnSp>
        <p:nvCxnSpPr>
          <p:cNvPr id="1002" name="Google Shape;1002;p94"/>
          <p:cNvCxnSpPr/>
          <p:nvPr/>
        </p:nvCxnSpPr>
        <p:spPr>
          <a:xfrm rot="10800000">
            <a:off x="-2075" y="3088992"/>
            <a:ext cx="9144000" cy="0"/>
          </a:xfrm>
          <a:prstGeom prst="straightConnector1">
            <a:avLst/>
          </a:prstGeom>
          <a:noFill/>
          <a:ln w="9525" cap="flat" cmpd="sng">
            <a:solidFill>
              <a:schemeClr val="dk1"/>
            </a:solidFill>
            <a:prstDash val="solid"/>
            <a:round/>
            <a:headEnd type="none" w="sm" len="sm"/>
            <a:tailEnd type="none" w="sm" len="sm"/>
          </a:ln>
        </p:spPr>
      </p:cxnSp>
      <p:cxnSp>
        <p:nvCxnSpPr>
          <p:cNvPr id="1003" name="Google Shape;1003;p94"/>
          <p:cNvCxnSpPr/>
          <p:nvPr/>
        </p:nvCxnSpPr>
        <p:spPr>
          <a:xfrm rot="10800000">
            <a:off x="-2075" y="2574356"/>
            <a:ext cx="9144000" cy="0"/>
          </a:xfrm>
          <a:prstGeom prst="straightConnector1">
            <a:avLst/>
          </a:prstGeom>
          <a:noFill/>
          <a:ln w="9525" cap="flat" cmpd="sng">
            <a:solidFill>
              <a:schemeClr val="dk1"/>
            </a:solidFill>
            <a:prstDash val="solid"/>
            <a:round/>
            <a:headEnd type="none" w="sm" len="sm"/>
            <a:tailEnd type="none" w="sm" len="sm"/>
          </a:ln>
        </p:spPr>
      </p:cxnSp>
      <p:cxnSp>
        <p:nvCxnSpPr>
          <p:cNvPr id="1004" name="Google Shape;1004;p94"/>
          <p:cNvCxnSpPr/>
          <p:nvPr/>
        </p:nvCxnSpPr>
        <p:spPr>
          <a:xfrm rot="10800000">
            <a:off x="-2075" y="2059408"/>
            <a:ext cx="9144000" cy="0"/>
          </a:xfrm>
          <a:prstGeom prst="straightConnector1">
            <a:avLst/>
          </a:prstGeom>
          <a:noFill/>
          <a:ln w="9525" cap="flat" cmpd="sng">
            <a:solidFill>
              <a:schemeClr val="dk1"/>
            </a:solidFill>
            <a:prstDash val="solid"/>
            <a:round/>
            <a:headEnd type="none" w="sm" len="sm"/>
            <a:tailEnd type="none" w="sm" len="sm"/>
          </a:ln>
        </p:spPr>
      </p:cxnSp>
      <p:cxnSp>
        <p:nvCxnSpPr>
          <p:cNvPr id="1005" name="Google Shape;1005;p94"/>
          <p:cNvCxnSpPr/>
          <p:nvPr/>
        </p:nvCxnSpPr>
        <p:spPr>
          <a:xfrm rot="10800000">
            <a:off x="-2075" y="1544397"/>
            <a:ext cx="9144000" cy="0"/>
          </a:xfrm>
          <a:prstGeom prst="straightConnector1">
            <a:avLst/>
          </a:prstGeom>
          <a:noFill/>
          <a:ln w="9525" cap="flat" cmpd="sng">
            <a:solidFill>
              <a:schemeClr val="dk1"/>
            </a:solidFill>
            <a:prstDash val="solid"/>
            <a:round/>
            <a:headEnd type="none" w="sm" len="sm"/>
            <a:tailEnd type="none" w="sm" len="sm"/>
          </a:ln>
        </p:spPr>
      </p:cxnSp>
      <p:cxnSp>
        <p:nvCxnSpPr>
          <p:cNvPr id="1006" name="Google Shape;1006;p94"/>
          <p:cNvCxnSpPr/>
          <p:nvPr/>
        </p:nvCxnSpPr>
        <p:spPr>
          <a:xfrm rot="10800000">
            <a:off x="-2075" y="1029448"/>
            <a:ext cx="9144000" cy="0"/>
          </a:xfrm>
          <a:prstGeom prst="straightConnector1">
            <a:avLst/>
          </a:prstGeom>
          <a:noFill/>
          <a:ln w="9525" cap="flat" cmpd="sng">
            <a:solidFill>
              <a:schemeClr val="dk1"/>
            </a:solidFill>
            <a:prstDash val="solid"/>
            <a:round/>
            <a:headEnd type="none" w="sm" len="sm"/>
            <a:tailEnd type="none" w="sm" len="sm"/>
          </a:ln>
        </p:spPr>
      </p:cxnSp>
      <p:cxnSp>
        <p:nvCxnSpPr>
          <p:cNvPr id="1007" name="Google Shape;1007;p94"/>
          <p:cNvCxnSpPr/>
          <p:nvPr/>
        </p:nvCxnSpPr>
        <p:spPr>
          <a:xfrm rot="10800000">
            <a:off x="-2075" y="515075"/>
            <a:ext cx="9144000" cy="0"/>
          </a:xfrm>
          <a:prstGeom prst="straightConnector1">
            <a:avLst/>
          </a:prstGeom>
          <a:noFill/>
          <a:ln w="9525" cap="flat" cmpd="sng">
            <a:solidFill>
              <a:schemeClr val="dk1"/>
            </a:solidFill>
            <a:prstDash val="solid"/>
            <a:round/>
            <a:headEnd type="none" w="sm" len="sm"/>
            <a:tailEnd type="none" w="sm" len="sm"/>
          </a:ln>
        </p:spPr>
      </p:cxnSp>
      <p:cxnSp>
        <p:nvCxnSpPr>
          <p:cNvPr id="1008" name="Google Shape;1008;p94"/>
          <p:cNvCxnSpPr/>
          <p:nvPr/>
        </p:nvCxnSpPr>
        <p:spPr>
          <a:xfrm rot="10800000">
            <a:off x="0" y="4633505"/>
            <a:ext cx="9144000" cy="0"/>
          </a:xfrm>
          <a:prstGeom prst="straightConnector1">
            <a:avLst/>
          </a:prstGeom>
          <a:noFill/>
          <a:ln w="9525" cap="flat" cmpd="sng">
            <a:solidFill>
              <a:schemeClr val="dk1"/>
            </a:solidFill>
            <a:prstDash val="solid"/>
            <a:round/>
            <a:headEnd type="none" w="sm" len="sm"/>
            <a:tailEnd type="none" w="sm" len="sm"/>
          </a:ln>
        </p:spPr>
      </p:cxnSp>
      <p:cxnSp>
        <p:nvCxnSpPr>
          <p:cNvPr id="1009" name="Google Shape;1009;p94"/>
          <p:cNvCxnSpPr/>
          <p:nvPr/>
        </p:nvCxnSpPr>
        <p:spPr>
          <a:xfrm rot="10800000">
            <a:off x="0" y="4118869"/>
            <a:ext cx="9144000" cy="0"/>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13"/>
        <p:cNvGrpSpPr/>
        <p:nvPr/>
      </p:nvGrpSpPr>
      <p:grpSpPr>
        <a:xfrm>
          <a:off x="0" y="0"/>
          <a:ext cx="0" cy="0"/>
          <a:chOff x="0" y="0"/>
          <a:chExt cx="0" cy="0"/>
        </a:xfrm>
      </p:grpSpPr>
      <p:sp>
        <p:nvSpPr>
          <p:cNvPr id="1014" name="Google Shape;1014;p95"/>
          <p:cNvSpPr/>
          <p:nvPr/>
        </p:nvSpPr>
        <p:spPr>
          <a:xfrm>
            <a:off x="52787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15" name="Google Shape;1015;p95"/>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16" name="Google Shape;1016;p95"/>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17" name="Google Shape;1017;p95"/>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18" name="Google Shape;1018;p95"/>
          <p:cNvSpPr txBox="1">
            <a:spLocks noGrp="1"/>
          </p:cNvSpPr>
          <p:nvPr>
            <p:ph type="title"/>
          </p:nvPr>
        </p:nvSpPr>
        <p:spPr>
          <a:xfrm>
            <a:off x="596525" y="753331"/>
            <a:ext cx="7062000" cy="855000"/>
          </a:xfrm>
          <a:prstGeom prst="rect">
            <a:avLst/>
          </a:prstGeom>
        </p:spPr>
        <p:txBody>
          <a:bodyPr spcFirstLastPara="1" wrap="square" lIns="91425" tIns="0" rIns="91425" bIns="91425" anchor="t" anchorCtr="0">
            <a:normAutofit/>
          </a:bodyPr>
          <a:lstStyle/>
          <a:p>
            <a:pPr marL="0" lvl="0" indent="0" algn="l" rtl="0">
              <a:lnSpc>
                <a:spcPct val="100000"/>
              </a:lnSpc>
              <a:spcBef>
                <a:spcPts val="0"/>
              </a:spcBef>
              <a:spcAft>
                <a:spcPts val="0"/>
              </a:spcAft>
              <a:buSzPts val="2800"/>
              <a:buNone/>
            </a:pPr>
            <a:r>
              <a:rPr lang="en" b="1">
                <a:latin typeface="Neuton"/>
                <a:ea typeface="Neuton"/>
                <a:cs typeface="Neuton"/>
                <a:sym typeface="Neuton"/>
              </a:rPr>
              <a:t>Earthquake Alert System</a:t>
            </a:r>
            <a:endParaRPr b="1">
              <a:latin typeface="Neuton"/>
              <a:ea typeface="Neuton"/>
              <a:cs typeface="Neuton"/>
              <a:sym typeface="Neuton"/>
            </a:endParaRPr>
          </a:p>
        </p:txBody>
      </p:sp>
      <p:sp>
        <p:nvSpPr>
          <p:cNvPr id="1019" name="Google Shape;1019;p95"/>
          <p:cNvSpPr txBox="1">
            <a:spLocks noGrp="1"/>
          </p:cNvSpPr>
          <p:nvPr>
            <p:ph type="subTitle" idx="1"/>
          </p:nvPr>
        </p:nvSpPr>
        <p:spPr>
          <a:xfrm>
            <a:off x="1186375" y="131800"/>
            <a:ext cx="1628700" cy="360000"/>
          </a:xfrm>
          <a:prstGeom prst="rect">
            <a:avLst/>
          </a:prstGeom>
        </p:spPr>
        <p:txBody>
          <a:bodyPr spcFirstLastPara="1" wrap="square" lIns="91425" tIns="0" rIns="91425" bIns="0" anchor="ctr" anchorCtr="0">
            <a:noAutofit/>
          </a:bodyPr>
          <a:lstStyle/>
          <a:p>
            <a:pPr marL="0" lvl="0" indent="0" algn="ctr" rtl="0">
              <a:lnSpc>
                <a:spcPct val="115000"/>
              </a:lnSpc>
              <a:spcBef>
                <a:spcPts val="0"/>
              </a:spcBef>
              <a:spcAft>
                <a:spcPts val="0"/>
              </a:spcAft>
              <a:buSzPts val="1200"/>
              <a:buNone/>
            </a:pPr>
            <a:r>
              <a:rPr lang="en" sz="1500" b="1" dirty="0"/>
              <a:t>INTRODUCTION</a:t>
            </a:r>
            <a:endParaRPr sz="1500" b="1" dirty="0"/>
          </a:p>
        </p:txBody>
      </p:sp>
      <p:pic>
        <p:nvPicPr>
          <p:cNvPr id="1020" name="Google Shape;1020;p95" title="ShakeAlert_Block_Diagram_20200316.jpg"/>
          <p:cNvPicPr preferRelativeResize="0"/>
          <p:nvPr/>
        </p:nvPicPr>
        <p:blipFill>
          <a:blip r:embed="rId3">
            <a:alphaModFix/>
          </a:blip>
          <a:stretch>
            <a:fillRect/>
          </a:stretch>
        </p:blipFill>
        <p:spPr>
          <a:xfrm>
            <a:off x="5278775" y="1608331"/>
            <a:ext cx="3507845" cy="3230369"/>
          </a:xfrm>
          <a:prstGeom prst="rect">
            <a:avLst/>
          </a:prstGeom>
          <a:noFill/>
          <a:ln>
            <a:noFill/>
          </a:ln>
        </p:spPr>
      </p:pic>
      <p:sp>
        <p:nvSpPr>
          <p:cNvPr id="1021" name="Google Shape;1021;p95"/>
          <p:cNvSpPr txBox="1"/>
          <p:nvPr/>
        </p:nvSpPr>
        <p:spPr>
          <a:xfrm>
            <a:off x="549925" y="1608325"/>
            <a:ext cx="4510800" cy="32304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Hanken Grotesk"/>
              <a:buChar char="●"/>
            </a:pPr>
            <a:r>
              <a:rPr lang="en" sz="1500" dirty="0">
                <a:solidFill>
                  <a:schemeClr val="dk1"/>
                </a:solidFill>
                <a:latin typeface="Hanken Grotesk"/>
                <a:ea typeface="Hanken Grotesk"/>
                <a:cs typeface="Hanken Grotesk"/>
                <a:sym typeface="Hanken Grotesk"/>
              </a:rPr>
              <a:t>Not about “predicting” earthquakes</a:t>
            </a: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dirty="0">
                <a:solidFill>
                  <a:schemeClr val="dk1"/>
                </a:solidFill>
                <a:latin typeface="Hanken Grotesk"/>
                <a:ea typeface="Hanken Grotesk"/>
                <a:cs typeface="Hanken Grotesk"/>
                <a:sym typeface="Hanken Grotesk"/>
              </a:rPr>
              <a:t>Sensors can detect early signs of earthquakes</a:t>
            </a: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dirty="0">
                <a:solidFill>
                  <a:schemeClr val="dk1"/>
                </a:solidFill>
                <a:latin typeface="Hanken Grotesk"/>
                <a:ea typeface="Hanken Grotesk"/>
                <a:cs typeface="Hanken Grotesk"/>
                <a:sym typeface="Hanken Grotesk"/>
              </a:rPr>
              <a:t>Data collected from those sensors  is used to issue an appropriate alert for residents in the area</a:t>
            </a: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b="1" dirty="0">
                <a:solidFill>
                  <a:schemeClr val="dk1"/>
                </a:solidFill>
                <a:latin typeface="Hanken Grotesk"/>
                <a:ea typeface="Hanken Grotesk"/>
                <a:cs typeface="Hanken Grotesk"/>
                <a:sym typeface="Hanken Grotesk"/>
              </a:rPr>
              <a:t>Aim:</a:t>
            </a:r>
            <a:r>
              <a:rPr lang="en" sz="1500" dirty="0">
                <a:solidFill>
                  <a:schemeClr val="dk1"/>
                </a:solidFill>
                <a:latin typeface="Hanken Grotesk"/>
                <a:ea typeface="Hanken Grotesk"/>
                <a:cs typeface="Hanken Grotesk"/>
                <a:sym typeface="Hanken Grotesk"/>
              </a:rPr>
              <a:t> Predicting the correct alert label</a:t>
            </a:r>
            <a:endParaRPr sz="1500" dirty="0">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45720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0" lvl="0" indent="0" algn="ctr" rtl="0">
              <a:spcBef>
                <a:spcPts val="0"/>
              </a:spcBef>
              <a:spcAft>
                <a:spcPts val="0"/>
              </a:spcAft>
              <a:buClr>
                <a:schemeClr val="dk1"/>
              </a:buClr>
              <a:buSzPts val="1100"/>
              <a:buFont typeface="Arial"/>
              <a:buNone/>
            </a:pPr>
            <a:r>
              <a:rPr lang="en" sz="1500" u="sng" dirty="0">
                <a:solidFill>
                  <a:srgbClr val="9900FF"/>
                </a:solidFill>
                <a:hlinkClick r:id="rId4">
                  <a:extLst>
                    <a:ext uri="{A12FA001-AC4F-418D-AE19-62706E023703}">
                      <ahyp:hlinkClr xmlns:ahyp="http://schemas.microsoft.com/office/drawing/2018/hyperlinkcolor" val="tx"/>
                    </a:ext>
                  </a:extLst>
                </a:hlinkClick>
              </a:rPr>
              <a:t>https://www.usgs.gov/media/images/earthquake-early-warning-basics-0</a:t>
            </a:r>
            <a:endParaRPr sz="1500" dirty="0">
              <a:solidFill>
                <a:schemeClr val="dk1"/>
              </a:solidFill>
              <a:latin typeface="Hanken Grotesk"/>
              <a:ea typeface="Hanken Grotesk"/>
              <a:cs typeface="Hanken Grotesk"/>
              <a:sym typeface="Hanken Grotesk"/>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96"/>
          <p:cNvSpPr/>
          <p:nvPr/>
        </p:nvSpPr>
        <p:spPr>
          <a:xfrm>
            <a:off x="52787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27" name="Google Shape;1027;p96"/>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28" name="Google Shape;1028;p96"/>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29" name="Google Shape;1029;p96"/>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30" name="Google Shape;1030;p96"/>
          <p:cNvSpPr txBox="1">
            <a:spLocks noGrp="1"/>
          </p:cNvSpPr>
          <p:nvPr>
            <p:ph type="subTitle" idx="1"/>
          </p:nvPr>
        </p:nvSpPr>
        <p:spPr>
          <a:xfrm>
            <a:off x="1314600" y="131800"/>
            <a:ext cx="1440000" cy="360000"/>
          </a:xfrm>
          <a:prstGeom prst="rect">
            <a:avLst/>
          </a:prstGeom>
        </p:spPr>
        <p:txBody>
          <a:bodyPr spcFirstLastPara="1" wrap="square" lIns="91425" tIns="0" rIns="91425" bIns="0" anchor="ctr" anchorCtr="0">
            <a:normAutofit/>
          </a:bodyPr>
          <a:lstStyle/>
          <a:p>
            <a:pPr marL="0" lvl="0" indent="0" algn="ctr" rtl="0">
              <a:lnSpc>
                <a:spcPct val="115000"/>
              </a:lnSpc>
              <a:spcBef>
                <a:spcPts val="0"/>
              </a:spcBef>
              <a:spcAft>
                <a:spcPts val="0"/>
              </a:spcAft>
              <a:buSzPts val="1200"/>
              <a:buNone/>
            </a:pPr>
            <a:r>
              <a:rPr lang="en" sz="1500" b="1"/>
              <a:t>MOTIVATION</a:t>
            </a:r>
            <a:endParaRPr sz="1500" b="1"/>
          </a:p>
        </p:txBody>
      </p:sp>
      <p:sp>
        <p:nvSpPr>
          <p:cNvPr id="1031" name="Google Shape;1031;p96"/>
          <p:cNvSpPr txBox="1"/>
          <p:nvPr/>
        </p:nvSpPr>
        <p:spPr>
          <a:xfrm>
            <a:off x="438825" y="673750"/>
            <a:ext cx="8021400" cy="4345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500" dirty="0">
                <a:solidFill>
                  <a:schemeClr val="dk1"/>
                </a:solidFill>
                <a:highlight>
                  <a:srgbClr val="FAE2C6"/>
                </a:highlight>
                <a:latin typeface="Hanken Grotesk"/>
                <a:ea typeface="Hanken Grotesk"/>
                <a:cs typeface="Hanken Grotesk"/>
                <a:sym typeface="Hanken Grotesk"/>
              </a:rPr>
              <a:t>“Whether or not Earthquake Early Warning systems can provide useful (i.e., timely and correct) alerts before earthquake shaking begins at a site depends on numerous factors. The hardest hit sites tend to be the ones that are the most difficult to alert because they are typically located close to the epicenter, where the seismic waves arrive first. Sites that are farther away from the epicenter can potentially receive longer warning times, but in these places the alerts may be less important because the shaking is weaker.</a:t>
            </a:r>
            <a:endParaRPr sz="1500" dirty="0">
              <a:solidFill>
                <a:schemeClr val="dk1"/>
              </a:solidFill>
              <a:highlight>
                <a:srgbClr val="FAE2C6"/>
              </a:highlight>
              <a:latin typeface="Hanken Grotesk"/>
              <a:ea typeface="Hanken Grotesk"/>
              <a:cs typeface="Hanken Grotesk"/>
              <a:sym typeface="Hanken Grotesk"/>
            </a:endParaRPr>
          </a:p>
          <a:p>
            <a:pPr marL="0" lvl="0" indent="0" algn="ctr" rtl="0">
              <a:spcBef>
                <a:spcPts val="0"/>
              </a:spcBef>
              <a:spcAft>
                <a:spcPts val="0"/>
              </a:spcAft>
              <a:buNone/>
            </a:pPr>
            <a:endParaRPr sz="1500" dirty="0">
              <a:solidFill>
                <a:schemeClr val="dk1"/>
              </a:solidFill>
              <a:highlight>
                <a:srgbClr val="FAE2C6"/>
              </a:highlight>
              <a:latin typeface="Hanken Grotesk"/>
              <a:ea typeface="Hanken Grotesk"/>
              <a:cs typeface="Hanken Grotesk"/>
              <a:sym typeface="Hanken Grotesk"/>
            </a:endParaRPr>
          </a:p>
          <a:p>
            <a:pPr marL="0" lvl="0" indent="0" algn="ctr" rtl="0">
              <a:spcBef>
                <a:spcPts val="0"/>
              </a:spcBef>
              <a:spcAft>
                <a:spcPts val="0"/>
              </a:spcAft>
              <a:buNone/>
            </a:pPr>
            <a:r>
              <a:rPr lang="en" sz="1500" dirty="0">
                <a:solidFill>
                  <a:schemeClr val="dk1"/>
                </a:solidFill>
                <a:highlight>
                  <a:srgbClr val="FAE2C6"/>
                </a:highlight>
                <a:latin typeface="Hanken Grotesk"/>
                <a:ea typeface="Hanken Grotesk"/>
                <a:cs typeface="Hanken Grotesk"/>
                <a:sym typeface="Hanken Grotesk"/>
              </a:rPr>
              <a:t>In this study we run three prominent Earthquake Early Warning algorithms retrospectively on 219 of the largest earthquakes in Japan. We analyze how often and under what circumstances the algorithms can provide useful warnings. We put special emphasis on the challenging sites that receive high shaking intensities. </a:t>
            </a:r>
            <a:r>
              <a:rPr lang="en" sz="1500" b="1" u="sng" dirty="0">
                <a:solidFill>
                  <a:schemeClr val="dk1"/>
                </a:solidFill>
                <a:highlight>
                  <a:srgbClr val="FAE2C6"/>
                </a:highlight>
                <a:latin typeface="Hanken Grotesk"/>
                <a:ea typeface="Hanken Grotesk"/>
                <a:cs typeface="Hanken Grotesk"/>
                <a:sym typeface="Hanken Grotesk"/>
              </a:rPr>
              <a:t>We find that all algorithms can alert a significant fraction even of these difficult cases</a:t>
            </a:r>
            <a:r>
              <a:rPr lang="en" sz="1500" dirty="0">
                <a:solidFill>
                  <a:schemeClr val="dk1"/>
                </a:solidFill>
                <a:highlight>
                  <a:srgbClr val="FAE2C6"/>
                </a:highlight>
                <a:latin typeface="Hanken Grotesk"/>
                <a:ea typeface="Hanken Grotesk"/>
                <a:cs typeface="Hanken Grotesk"/>
                <a:sym typeface="Hanken Grotesk"/>
              </a:rPr>
              <a:t>.”</a:t>
            </a:r>
            <a:endParaRPr sz="1500" dirty="0">
              <a:solidFill>
                <a:schemeClr val="dk1"/>
              </a:solidFill>
              <a:highlight>
                <a:srgbClr val="FAE2C6"/>
              </a:highlight>
              <a:latin typeface="Hanken Grotesk"/>
              <a:ea typeface="Hanken Grotesk"/>
              <a:cs typeface="Hanken Grotesk"/>
              <a:sym typeface="Hanken Grotesk"/>
            </a:endParaRPr>
          </a:p>
          <a:p>
            <a:pPr marL="457200" lvl="0" indent="0" algn="l" rtl="0">
              <a:spcBef>
                <a:spcPts val="0"/>
              </a:spcBef>
              <a:spcAft>
                <a:spcPts val="0"/>
              </a:spcAft>
              <a:buNone/>
            </a:pPr>
            <a:endParaRPr sz="1500" dirty="0">
              <a:solidFill>
                <a:schemeClr val="dk1"/>
              </a:solidFill>
              <a:highlight>
                <a:srgbClr val="FAE2C6"/>
              </a:highlight>
              <a:latin typeface="Hanken Grotesk"/>
              <a:ea typeface="Hanken Grotesk"/>
              <a:cs typeface="Hanken Grotesk"/>
              <a:sym typeface="Hanken Grotesk"/>
            </a:endParaRPr>
          </a:p>
          <a:p>
            <a:pPr marL="923544" lvl="0" indent="-923544" algn="l" rtl="0">
              <a:lnSpc>
                <a:spcPct val="100000"/>
              </a:lnSpc>
              <a:spcBef>
                <a:spcPts val="0"/>
              </a:spcBef>
              <a:spcAft>
                <a:spcPts val="0"/>
              </a:spcAft>
              <a:buClr>
                <a:schemeClr val="dk1"/>
              </a:buClr>
              <a:buSzPts val="1100"/>
              <a:buFont typeface="Arial"/>
              <a:buNone/>
            </a:pPr>
            <a:r>
              <a:rPr lang="en" sz="1500" dirty="0">
                <a:solidFill>
                  <a:schemeClr val="dk1"/>
                </a:solidFill>
                <a:latin typeface="Hanken Grotesk"/>
                <a:ea typeface="Hanken Grotesk"/>
                <a:cs typeface="Hanken Grotesk"/>
                <a:sym typeface="Hanken Grotesk"/>
              </a:rPr>
              <a:t>Meier, M., Kodera, Y., Böse, M., Chung, A., Hoshiba, M., Cochran, E., Minson, S., Hauksson, E., &amp; Heaton, T. (2020). How Often Can Earthquake Early Warning Systems Alert Sites With High‐Intensity Ground Motion? </a:t>
            </a:r>
            <a:r>
              <a:rPr lang="en" sz="1500" i="1" dirty="0">
                <a:solidFill>
                  <a:schemeClr val="dk1"/>
                </a:solidFill>
                <a:latin typeface="Hanken Grotesk"/>
                <a:ea typeface="Hanken Grotesk"/>
                <a:cs typeface="Hanken Grotesk"/>
                <a:sym typeface="Hanken Grotesk"/>
              </a:rPr>
              <a:t>Journal of Geophysical Research: Solid Earth</a:t>
            </a:r>
            <a:r>
              <a:rPr lang="en" sz="1500" dirty="0">
                <a:solidFill>
                  <a:schemeClr val="dk1"/>
                </a:solidFill>
                <a:latin typeface="Hanken Grotesk"/>
                <a:ea typeface="Hanken Grotesk"/>
                <a:cs typeface="Hanken Grotesk"/>
                <a:sym typeface="Hanken Grotesk"/>
              </a:rPr>
              <a:t>, </a:t>
            </a:r>
            <a:r>
              <a:rPr lang="en" sz="1500" i="1" dirty="0">
                <a:solidFill>
                  <a:schemeClr val="dk1"/>
                </a:solidFill>
                <a:latin typeface="Hanken Grotesk"/>
                <a:ea typeface="Hanken Grotesk"/>
                <a:cs typeface="Hanken Grotesk"/>
                <a:sym typeface="Hanken Grotesk"/>
              </a:rPr>
              <a:t>125</a:t>
            </a:r>
            <a:r>
              <a:rPr lang="en" sz="1500" dirty="0">
                <a:solidFill>
                  <a:schemeClr val="dk1"/>
                </a:solidFill>
                <a:latin typeface="Hanken Grotesk"/>
                <a:ea typeface="Hanken Grotesk"/>
                <a:cs typeface="Hanken Grotesk"/>
                <a:sym typeface="Hanken Grotesk"/>
              </a:rPr>
              <a:t>(2). </a:t>
            </a:r>
            <a:r>
              <a:rPr lang="en" sz="1500" u="sng" dirty="0">
                <a:solidFill>
                  <a:srgbClr val="9900FF"/>
                </a:solidFill>
                <a:latin typeface="Hanken Grotesk"/>
                <a:ea typeface="Hanken Grotesk"/>
                <a:cs typeface="Hanken Grotesk"/>
                <a:sym typeface="Hanken Grotesk"/>
                <a:hlinkClick r:id="rId3">
                  <a:extLst>
                    <a:ext uri="{A12FA001-AC4F-418D-AE19-62706E023703}">
                      <ahyp:hlinkClr xmlns:ahyp="http://schemas.microsoft.com/office/drawing/2018/hyperlinkcolor" val="tx"/>
                    </a:ext>
                  </a:extLst>
                </a:hlinkClick>
              </a:rPr>
              <a:t>https://doi.org/10.1029/2019jb017718</a:t>
            </a:r>
            <a:endParaRPr sz="1500" dirty="0">
              <a:solidFill>
                <a:srgbClr val="9900FF"/>
              </a:solidFill>
              <a:latin typeface="Hanken Grotesk"/>
              <a:ea typeface="Hanken Grotesk"/>
              <a:cs typeface="Hanken Grotesk"/>
              <a:sym typeface="Hanken Grotesk"/>
            </a:endParaRPr>
          </a:p>
          <a:p>
            <a:pPr marL="0" lvl="0" indent="0" algn="l" rtl="0">
              <a:lnSpc>
                <a:spcPct val="115000"/>
              </a:lnSpc>
              <a:spcBef>
                <a:spcPts val="1200"/>
              </a:spcBef>
              <a:spcAft>
                <a:spcPts val="0"/>
              </a:spcAft>
              <a:buClr>
                <a:schemeClr val="dk1"/>
              </a:buClr>
              <a:buSzPts val="1100"/>
              <a:buFont typeface="Arial"/>
              <a:buNone/>
            </a:pPr>
            <a:r>
              <a:rPr lang="en" sz="1100" dirty="0">
                <a:solidFill>
                  <a:schemeClr val="dk1"/>
                </a:solidFill>
              </a:rPr>
              <a:t>‌</a:t>
            </a:r>
            <a:endParaRPr sz="1100" dirty="0">
              <a:solidFill>
                <a:schemeClr val="dk1"/>
              </a:solidFill>
            </a:endParaRPr>
          </a:p>
          <a:p>
            <a:pPr marL="0" lvl="0" indent="0" algn="l" rtl="0">
              <a:spcBef>
                <a:spcPts val="1200"/>
              </a:spcBef>
              <a:spcAft>
                <a:spcPts val="0"/>
              </a:spcAft>
              <a:buNone/>
            </a:pPr>
            <a:endParaRPr sz="1500" dirty="0">
              <a:solidFill>
                <a:schemeClr val="dk1"/>
              </a:solidFill>
              <a:highlight>
                <a:srgbClr val="FAE2C6"/>
              </a:highlight>
              <a:latin typeface="Hanken Grotesk"/>
              <a:ea typeface="Hanken Grotesk"/>
              <a:cs typeface="Hanken Grotesk"/>
              <a:sym typeface="Hanken Grotesk"/>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97"/>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SzPts val="1000"/>
              <a:buNone/>
            </a:pPr>
            <a:r>
              <a:rPr lang="en" sz="1500"/>
              <a:t>DATASET</a:t>
            </a:r>
            <a:endParaRPr sz="1500"/>
          </a:p>
        </p:txBody>
      </p:sp>
      <p:pic>
        <p:nvPicPr>
          <p:cNvPr id="1037" name="Google Shape;1037;p97"/>
          <p:cNvPicPr preferRelativeResize="0"/>
          <p:nvPr/>
        </p:nvPicPr>
        <p:blipFill>
          <a:blip r:embed="rId3">
            <a:alphaModFix/>
          </a:blip>
          <a:stretch>
            <a:fillRect/>
          </a:stretch>
        </p:blipFill>
        <p:spPr>
          <a:xfrm>
            <a:off x="240875" y="437738"/>
            <a:ext cx="8839200" cy="4268017"/>
          </a:xfrm>
          <a:prstGeom prst="rect">
            <a:avLst/>
          </a:prstGeom>
          <a:noFill/>
          <a:ln>
            <a:noFill/>
          </a:ln>
        </p:spPr>
      </p:pic>
      <p:sp>
        <p:nvSpPr>
          <p:cNvPr id="1038" name="Google Shape;1038;p97"/>
          <p:cNvSpPr txBox="1"/>
          <p:nvPr/>
        </p:nvSpPr>
        <p:spPr>
          <a:xfrm>
            <a:off x="240875" y="4737700"/>
            <a:ext cx="8839200" cy="350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u="sng">
                <a:solidFill>
                  <a:srgbClr val="9900FF"/>
                </a:solidFill>
                <a:latin typeface="Hanken Grotesk"/>
                <a:ea typeface="Hanken Grotesk"/>
                <a:cs typeface="Hanken Grotesk"/>
                <a:sym typeface="Hanken Grotesk"/>
                <a:hlinkClick r:id="rId4">
                  <a:extLst>
                    <a:ext uri="{A12FA001-AC4F-418D-AE19-62706E023703}">
                      <ahyp:hlinkClr xmlns:ahyp="http://schemas.microsoft.com/office/drawing/2018/hyperlinkcolor" val="tx"/>
                    </a:ext>
                  </a:extLst>
                </a:hlinkClick>
              </a:rPr>
              <a:t>https://www.kaggle.com/datasets/ahmeduzaki/earthquake-alert-prediction-dataset/data</a:t>
            </a:r>
            <a:endParaRPr sz="1500">
              <a:solidFill>
                <a:srgbClr val="9900FF"/>
              </a:solidFill>
              <a:latin typeface="Hanken Grotesk"/>
              <a:ea typeface="Hanken Grotesk"/>
              <a:cs typeface="Hanken Grotesk"/>
              <a:sym typeface="Hanken Grotesk"/>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42"/>
        <p:cNvGrpSpPr/>
        <p:nvPr/>
      </p:nvGrpSpPr>
      <p:grpSpPr>
        <a:xfrm>
          <a:off x="0" y="0"/>
          <a:ext cx="0" cy="0"/>
          <a:chOff x="0" y="0"/>
          <a:chExt cx="0" cy="0"/>
        </a:xfrm>
      </p:grpSpPr>
      <p:sp>
        <p:nvSpPr>
          <p:cNvPr id="1043" name="Google Shape;1043;p98"/>
          <p:cNvSpPr/>
          <p:nvPr/>
        </p:nvSpPr>
        <p:spPr>
          <a:xfrm>
            <a:off x="343351" y="637681"/>
            <a:ext cx="360000" cy="3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44" name="Google Shape;1044;p98"/>
          <p:cNvSpPr/>
          <p:nvPr/>
        </p:nvSpPr>
        <p:spPr>
          <a:xfrm>
            <a:off x="2120876" y="635806"/>
            <a:ext cx="360000" cy="3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45" name="Google Shape;1045;p98"/>
          <p:cNvSpPr/>
          <p:nvPr/>
        </p:nvSpPr>
        <p:spPr>
          <a:xfrm>
            <a:off x="3897851" y="637681"/>
            <a:ext cx="360000" cy="3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46" name="Google Shape;1046;p98"/>
          <p:cNvSpPr/>
          <p:nvPr/>
        </p:nvSpPr>
        <p:spPr>
          <a:xfrm>
            <a:off x="5675376" y="637681"/>
            <a:ext cx="360000" cy="3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47" name="Google Shape;1047;p98"/>
          <p:cNvSpPr/>
          <p:nvPr/>
        </p:nvSpPr>
        <p:spPr>
          <a:xfrm>
            <a:off x="7452901" y="637681"/>
            <a:ext cx="360000" cy="3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48" name="Google Shape;1048;p98"/>
          <p:cNvSpPr/>
          <p:nvPr/>
        </p:nvSpPr>
        <p:spPr>
          <a:xfrm>
            <a:off x="408451" y="1184837"/>
            <a:ext cx="1440300" cy="252000"/>
          </a:xfrm>
          <a:prstGeom prst="round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49" name="Google Shape;1049;p98"/>
          <p:cNvSpPr/>
          <p:nvPr/>
        </p:nvSpPr>
        <p:spPr>
          <a:xfrm>
            <a:off x="2184251" y="1183062"/>
            <a:ext cx="1440300" cy="252000"/>
          </a:xfrm>
          <a:prstGeom prst="round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50" name="Google Shape;1050;p98"/>
          <p:cNvSpPr/>
          <p:nvPr/>
        </p:nvSpPr>
        <p:spPr>
          <a:xfrm>
            <a:off x="3961851" y="1184837"/>
            <a:ext cx="1440300" cy="252000"/>
          </a:xfrm>
          <a:prstGeom prst="round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51" name="Google Shape;1051;p98"/>
          <p:cNvSpPr/>
          <p:nvPr/>
        </p:nvSpPr>
        <p:spPr>
          <a:xfrm>
            <a:off x="5740276" y="1184837"/>
            <a:ext cx="1440300" cy="252000"/>
          </a:xfrm>
          <a:prstGeom prst="round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52" name="Google Shape;1052;p98"/>
          <p:cNvSpPr/>
          <p:nvPr/>
        </p:nvSpPr>
        <p:spPr>
          <a:xfrm>
            <a:off x="7520838" y="1184837"/>
            <a:ext cx="1440300" cy="252000"/>
          </a:xfrm>
          <a:prstGeom prst="round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cxnSp>
        <p:nvCxnSpPr>
          <p:cNvPr id="1053" name="Google Shape;1053;p98"/>
          <p:cNvCxnSpPr/>
          <p:nvPr/>
        </p:nvCxnSpPr>
        <p:spPr>
          <a:xfrm rot="10800000">
            <a:off x="227650" y="2100"/>
            <a:ext cx="0" cy="5141400"/>
          </a:xfrm>
          <a:prstGeom prst="straightConnector1">
            <a:avLst/>
          </a:prstGeom>
          <a:noFill/>
          <a:ln w="9525" cap="flat" cmpd="sng">
            <a:solidFill>
              <a:schemeClr val="dk1"/>
            </a:solidFill>
            <a:prstDash val="solid"/>
            <a:round/>
            <a:headEnd type="none" w="sm" len="sm"/>
            <a:tailEnd type="none" w="sm" len="sm"/>
          </a:ln>
        </p:spPr>
      </p:cxnSp>
      <p:cxnSp>
        <p:nvCxnSpPr>
          <p:cNvPr id="1054" name="Google Shape;1054;p98"/>
          <p:cNvCxnSpPr/>
          <p:nvPr/>
        </p:nvCxnSpPr>
        <p:spPr>
          <a:xfrm rot="10800000">
            <a:off x="2003453" y="3"/>
            <a:ext cx="0" cy="5141400"/>
          </a:xfrm>
          <a:prstGeom prst="straightConnector1">
            <a:avLst/>
          </a:prstGeom>
          <a:noFill/>
          <a:ln w="9525" cap="flat" cmpd="sng">
            <a:solidFill>
              <a:schemeClr val="dk1"/>
            </a:solidFill>
            <a:prstDash val="solid"/>
            <a:round/>
            <a:headEnd type="none" w="sm" len="sm"/>
            <a:tailEnd type="none" w="sm" len="sm"/>
          </a:ln>
        </p:spPr>
      </p:cxnSp>
      <p:cxnSp>
        <p:nvCxnSpPr>
          <p:cNvPr id="1055" name="Google Shape;1055;p98"/>
          <p:cNvCxnSpPr/>
          <p:nvPr/>
        </p:nvCxnSpPr>
        <p:spPr>
          <a:xfrm rot="10800000">
            <a:off x="3781056" y="2100"/>
            <a:ext cx="0" cy="5141400"/>
          </a:xfrm>
          <a:prstGeom prst="straightConnector1">
            <a:avLst/>
          </a:prstGeom>
          <a:noFill/>
          <a:ln w="9525" cap="flat" cmpd="sng">
            <a:solidFill>
              <a:schemeClr val="dk1"/>
            </a:solidFill>
            <a:prstDash val="solid"/>
            <a:round/>
            <a:headEnd type="none" w="sm" len="sm"/>
            <a:tailEnd type="none" w="sm" len="sm"/>
          </a:ln>
        </p:spPr>
      </p:cxnSp>
      <p:cxnSp>
        <p:nvCxnSpPr>
          <p:cNvPr id="1056" name="Google Shape;1056;p98"/>
          <p:cNvCxnSpPr/>
          <p:nvPr/>
        </p:nvCxnSpPr>
        <p:spPr>
          <a:xfrm rot="10800000">
            <a:off x="5559484" y="2100"/>
            <a:ext cx="0" cy="5141400"/>
          </a:xfrm>
          <a:prstGeom prst="straightConnector1">
            <a:avLst/>
          </a:prstGeom>
          <a:noFill/>
          <a:ln w="9525" cap="flat" cmpd="sng">
            <a:solidFill>
              <a:schemeClr val="dk1"/>
            </a:solidFill>
            <a:prstDash val="solid"/>
            <a:round/>
            <a:headEnd type="none" w="sm" len="sm"/>
            <a:tailEnd type="none" w="sm" len="sm"/>
          </a:ln>
        </p:spPr>
      </p:cxnSp>
      <p:cxnSp>
        <p:nvCxnSpPr>
          <p:cNvPr id="1057" name="Google Shape;1057;p98"/>
          <p:cNvCxnSpPr/>
          <p:nvPr/>
        </p:nvCxnSpPr>
        <p:spPr>
          <a:xfrm rot="10800000">
            <a:off x="7340050" y="2100"/>
            <a:ext cx="0" cy="5141400"/>
          </a:xfrm>
          <a:prstGeom prst="straightConnector1">
            <a:avLst/>
          </a:prstGeom>
          <a:noFill/>
          <a:ln w="9525" cap="flat" cmpd="sng">
            <a:solidFill>
              <a:schemeClr val="dk1"/>
            </a:solidFill>
            <a:prstDash val="solid"/>
            <a:round/>
            <a:headEnd type="none" w="sm" len="sm"/>
            <a:tailEnd type="none" w="sm" len="sm"/>
          </a:ln>
        </p:spPr>
      </p:cxnSp>
      <p:sp>
        <p:nvSpPr>
          <p:cNvPr id="1058" name="Google Shape;1058;p98"/>
          <p:cNvSpPr txBox="1">
            <a:spLocks noGrp="1"/>
          </p:cNvSpPr>
          <p:nvPr>
            <p:ph type="subTitle" idx="28"/>
          </p:nvPr>
        </p:nvSpPr>
        <p:spPr>
          <a:xfrm>
            <a:off x="594025" y="184700"/>
            <a:ext cx="3696300" cy="1539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SzPts val="1000"/>
              <a:buNone/>
            </a:pPr>
            <a:r>
              <a:rPr lang="en" sz="1500">
                <a:highlight>
                  <a:srgbClr val="FAFAFA"/>
                </a:highlight>
              </a:rPr>
              <a:t>DATASET FEATURES</a:t>
            </a:r>
            <a:endParaRPr sz="1500">
              <a:highlight>
                <a:srgbClr val="FAFAFA"/>
              </a:highlight>
            </a:endParaRPr>
          </a:p>
        </p:txBody>
      </p:sp>
      <p:sp>
        <p:nvSpPr>
          <p:cNvPr id="1059" name="Google Shape;1059;p98"/>
          <p:cNvSpPr txBox="1">
            <a:spLocks noGrp="1"/>
          </p:cNvSpPr>
          <p:nvPr>
            <p:ph type="title"/>
          </p:nvPr>
        </p:nvSpPr>
        <p:spPr>
          <a:xfrm>
            <a:off x="2121700" y="637675"/>
            <a:ext cx="360000" cy="360000"/>
          </a:xfrm>
          <a:prstGeom prst="rect">
            <a:avLst/>
          </a:prstGeom>
        </p:spPr>
        <p:txBody>
          <a:bodyPr spcFirstLastPara="1" wrap="square" lIns="0" tIns="0" rIns="0" bIns="0" anchor="ctr" anchorCtr="0">
            <a:noAutofit/>
          </a:bodyPr>
          <a:lstStyle/>
          <a:p>
            <a:pPr marL="0" lvl="0" indent="0" algn="ctr" rtl="0">
              <a:lnSpc>
                <a:spcPct val="90000"/>
              </a:lnSpc>
              <a:spcBef>
                <a:spcPts val="0"/>
              </a:spcBef>
              <a:spcAft>
                <a:spcPts val="0"/>
              </a:spcAft>
              <a:buSzPts val="2800"/>
              <a:buNone/>
            </a:pPr>
            <a:r>
              <a:rPr lang="en"/>
              <a:t>2</a:t>
            </a:r>
            <a:endParaRPr/>
          </a:p>
        </p:txBody>
      </p:sp>
      <p:sp>
        <p:nvSpPr>
          <p:cNvPr id="1060" name="Google Shape;1060;p98"/>
          <p:cNvSpPr txBox="1">
            <a:spLocks noGrp="1"/>
          </p:cNvSpPr>
          <p:nvPr>
            <p:ph type="title" idx="2"/>
          </p:nvPr>
        </p:nvSpPr>
        <p:spPr>
          <a:xfrm>
            <a:off x="3899225" y="637675"/>
            <a:ext cx="360000" cy="360000"/>
          </a:xfrm>
          <a:prstGeom prst="rect">
            <a:avLst/>
          </a:prstGeom>
        </p:spPr>
        <p:txBody>
          <a:bodyPr spcFirstLastPara="1" wrap="square" lIns="0" tIns="0" rIns="0" bIns="0" anchor="ctr" anchorCtr="0">
            <a:noAutofit/>
          </a:bodyPr>
          <a:lstStyle/>
          <a:p>
            <a:pPr marL="0" lvl="0" indent="0" algn="ctr" rtl="0">
              <a:lnSpc>
                <a:spcPct val="90000"/>
              </a:lnSpc>
              <a:spcBef>
                <a:spcPts val="0"/>
              </a:spcBef>
              <a:spcAft>
                <a:spcPts val="0"/>
              </a:spcAft>
              <a:buSzPts val="2800"/>
              <a:buNone/>
            </a:pPr>
            <a:r>
              <a:rPr lang="en"/>
              <a:t>3</a:t>
            </a:r>
            <a:endParaRPr/>
          </a:p>
        </p:txBody>
      </p:sp>
      <p:sp>
        <p:nvSpPr>
          <p:cNvPr id="1061" name="Google Shape;1061;p98"/>
          <p:cNvSpPr txBox="1">
            <a:spLocks noGrp="1"/>
          </p:cNvSpPr>
          <p:nvPr>
            <p:ph type="title" idx="3"/>
          </p:nvPr>
        </p:nvSpPr>
        <p:spPr>
          <a:xfrm>
            <a:off x="5676475" y="637675"/>
            <a:ext cx="360000" cy="360000"/>
          </a:xfrm>
          <a:prstGeom prst="rect">
            <a:avLst/>
          </a:prstGeom>
        </p:spPr>
        <p:txBody>
          <a:bodyPr spcFirstLastPara="1" wrap="square" lIns="0" tIns="0" rIns="0" bIns="0" anchor="ctr" anchorCtr="0">
            <a:noAutofit/>
          </a:bodyPr>
          <a:lstStyle/>
          <a:p>
            <a:pPr marL="0" lvl="0" indent="0" algn="ctr" rtl="0">
              <a:lnSpc>
                <a:spcPct val="90000"/>
              </a:lnSpc>
              <a:spcBef>
                <a:spcPts val="0"/>
              </a:spcBef>
              <a:spcAft>
                <a:spcPts val="0"/>
              </a:spcAft>
              <a:buSzPts val="2800"/>
              <a:buNone/>
            </a:pPr>
            <a:r>
              <a:rPr lang="en"/>
              <a:t>4</a:t>
            </a:r>
            <a:endParaRPr/>
          </a:p>
        </p:txBody>
      </p:sp>
      <p:sp>
        <p:nvSpPr>
          <p:cNvPr id="1062" name="Google Shape;1062;p98"/>
          <p:cNvSpPr txBox="1">
            <a:spLocks noGrp="1"/>
          </p:cNvSpPr>
          <p:nvPr>
            <p:ph type="title" idx="4"/>
          </p:nvPr>
        </p:nvSpPr>
        <p:spPr>
          <a:xfrm>
            <a:off x="7453725" y="637675"/>
            <a:ext cx="360000" cy="360000"/>
          </a:xfrm>
          <a:prstGeom prst="rect">
            <a:avLst/>
          </a:prstGeom>
        </p:spPr>
        <p:txBody>
          <a:bodyPr spcFirstLastPara="1" wrap="square" lIns="0" tIns="0" rIns="0" bIns="0" anchor="ctr" anchorCtr="0">
            <a:noAutofit/>
          </a:bodyPr>
          <a:lstStyle/>
          <a:p>
            <a:pPr marL="0" lvl="0" indent="0" algn="ctr" rtl="0">
              <a:lnSpc>
                <a:spcPct val="90000"/>
              </a:lnSpc>
              <a:spcBef>
                <a:spcPts val="0"/>
              </a:spcBef>
              <a:spcAft>
                <a:spcPts val="0"/>
              </a:spcAft>
              <a:buSzPts val="2800"/>
              <a:buNone/>
            </a:pPr>
            <a:r>
              <a:rPr lang="en"/>
              <a:t>5</a:t>
            </a:r>
            <a:endParaRPr/>
          </a:p>
        </p:txBody>
      </p:sp>
      <p:sp>
        <p:nvSpPr>
          <p:cNvPr id="1063" name="Google Shape;1063;p98"/>
          <p:cNvSpPr txBox="1">
            <a:spLocks noGrp="1"/>
          </p:cNvSpPr>
          <p:nvPr>
            <p:ph type="title" idx="5"/>
          </p:nvPr>
        </p:nvSpPr>
        <p:spPr>
          <a:xfrm>
            <a:off x="341975" y="637675"/>
            <a:ext cx="360000" cy="360000"/>
          </a:xfrm>
          <a:prstGeom prst="rect">
            <a:avLst/>
          </a:prstGeom>
        </p:spPr>
        <p:txBody>
          <a:bodyPr spcFirstLastPara="1" wrap="square" lIns="0" tIns="0" rIns="0" bIns="0" anchor="ctr" anchorCtr="0">
            <a:noAutofit/>
          </a:bodyPr>
          <a:lstStyle/>
          <a:p>
            <a:pPr marL="0" lvl="0" indent="0" algn="ctr" rtl="0">
              <a:lnSpc>
                <a:spcPct val="90000"/>
              </a:lnSpc>
              <a:spcBef>
                <a:spcPts val="0"/>
              </a:spcBef>
              <a:spcAft>
                <a:spcPts val="0"/>
              </a:spcAft>
              <a:buSzPts val="2800"/>
              <a:buNone/>
            </a:pPr>
            <a:r>
              <a:rPr lang="en"/>
              <a:t>1</a:t>
            </a:r>
            <a:endParaRPr/>
          </a:p>
        </p:txBody>
      </p:sp>
      <p:sp>
        <p:nvSpPr>
          <p:cNvPr id="1064" name="Google Shape;1064;p98"/>
          <p:cNvSpPr txBox="1">
            <a:spLocks noGrp="1"/>
          </p:cNvSpPr>
          <p:nvPr>
            <p:ph type="title" idx="6"/>
          </p:nvPr>
        </p:nvSpPr>
        <p:spPr>
          <a:xfrm>
            <a:off x="2172100" y="1183050"/>
            <a:ext cx="1440300" cy="252000"/>
          </a:xfrm>
          <a:prstGeom prst="rect">
            <a:avLst/>
          </a:prstGeom>
        </p:spPr>
        <p:txBody>
          <a:bodyPr spcFirstLastPara="1" wrap="square" lIns="0" tIns="0" rIns="0" bIns="0" anchor="ctr" anchorCtr="0">
            <a:noAutofit/>
          </a:bodyPr>
          <a:lstStyle/>
          <a:p>
            <a:pPr marL="0" lvl="0" indent="0" algn="ctr" rtl="0">
              <a:lnSpc>
                <a:spcPct val="100000"/>
              </a:lnSpc>
              <a:spcBef>
                <a:spcPts val="0"/>
              </a:spcBef>
              <a:spcAft>
                <a:spcPts val="0"/>
              </a:spcAft>
              <a:buSzPts val="2800"/>
              <a:buNone/>
            </a:pPr>
            <a:r>
              <a:rPr lang="en" sz="1500" b="1"/>
              <a:t>Depth</a:t>
            </a:r>
            <a:endParaRPr sz="1500" b="1"/>
          </a:p>
        </p:txBody>
      </p:sp>
      <p:sp>
        <p:nvSpPr>
          <p:cNvPr id="1065" name="Google Shape;1065;p98"/>
          <p:cNvSpPr txBox="1">
            <a:spLocks noGrp="1"/>
          </p:cNvSpPr>
          <p:nvPr>
            <p:ph type="title" idx="7"/>
          </p:nvPr>
        </p:nvSpPr>
        <p:spPr>
          <a:xfrm>
            <a:off x="3962263" y="1183050"/>
            <a:ext cx="1440300" cy="252000"/>
          </a:xfrm>
          <a:prstGeom prst="rect">
            <a:avLst/>
          </a:prstGeom>
        </p:spPr>
        <p:txBody>
          <a:bodyPr spcFirstLastPara="1" wrap="square" lIns="0" tIns="0" rIns="0" bIns="0" anchor="ctr" anchorCtr="0">
            <a:noAutofit/>
          </a:bodyPr>
          <a:lstStyle/>
          <a:p>
            <a:pPr marL="0" lvl="0" indent="0" algn="ctr" rtl="0">
              <a:lnSpc>
                <a:spcPct val="100000"/>
              </a:lnSpc>
              <a:spcBef>
                <a:spcPts val="0"/>
              </a:spcBef>
              <a:spcAft>
                <a:spcPts val="0"/>
              </a:spcAft>
              <a:buSzPts val="2800"/>
              <a:buNone/>
            </a:pPr>
            <a:r>
              <a:rPr lang="en" sz="1500" b="1"/>
              <a:t>CDI</a:t>
            </a:r>
            <a:endParaRPr sz="1500" b="1"/>
          </a:p>
        </p:txBody>
      </p:sp>
      <p:sp>
        <p:nvSpPr>
          <p:cNvPr id="1066" name="Google Shape;1066;p98"/>
          <p:cNvSpPr txBox="1">
            <a:spLocks noGrp="1"/>
          </p:cNvSpPr>
          <p:nvPr>
            <p:ph type="title" idx="8"/>
          </p:nvPr>
        </p:nvSpPr>
        <p:spPr>
          <a:xfrm>
            <a:off x="406525" y="1183050"/>
            <a:ext cx="1440300" cy="252000"/>
          </a:xfrm>
          <a:prstGeom prst="rect">
            <a:avLst/>
          </a:prstGeom>
        </p:spPr>
        <p:txBody>
          <a:bodyPr spcFirstLastPara="1" wrap="square" lIns="0" tIns="0" rIns="0" bIns="0" anchor="ctr" anchorCtr="0">
            <a:noAutofit/>
          </a:bodyPr>
          <a:lstStyle/>
          <a:p>
            <a:pPr marL="0" lvl="0" indent="0" algn="ctr" rtl="0">
              <a:lnSpc>
                <a:spcPct val="100000"/>
              </a:lnSpc>
              <a:spcBef>
                <a:spcPts val="0"/>
              </a:spcBef>
              <a:spcAft>
                <a:spcPts val="0"/>
              </a:spcAft>
              <a:buSzPts val="2800"/>
              <a:buNone/>
            </a:pPr>
            <a:r>
              <a:rPr lang="en" sz="1500" b="1"/>
              <a:t>Magnitude</a:t>
            </a:r>
            <a:endParaRPr sz="1500" b="1"/>
          </a:p>
        </p:txBody>
      </p:sp>
      <p:sp>
        <p:nvSpPr>
          <p:cNvPr id="1067" name="Google Shape;1067;p98"/>
          <p:cNvSpPr txBox="1">
            <a:spLocks noGrp="1"/>
          </p:cNvSpPr>
          <p:nvPr>
            <p:ph type="title" idx="9"/>
          </p:nvPr>
        </p:nvSpPr>
        <p:spPr>
          <a:xfrm>
            <a:off x="5729600" y="1183050"/>
            <a:ext cx="1440300" cy="252000"/>
          </a:xfrm>
          <a:prstGeom prst="rect">
            <a:avLst/>
          </a:prstGeom>
        </p:spPr>
        <p:txBody>
          <a:bodyPr spcFirstLastPara="1" wrap="square" lIns="0" tIns="0" rIns="0" bIns="0" anchor="ctr" anchorCtr="0">
            <a:noAutofit/>
          </a:bodyPr>
          <a:lstStyle/>
          <a:p>
            <a:pPr marL="0" lvl="0" indent="0" algn="ctr" rtl="0">
              <a:lnSpc>
                <a:spcPct val="100000"/>
              </a:lnSpc>
              <a:spcBef>
                <a:spcPts val="0"/>
              </a:spcBef>
              <a:spcAft>
                <a:spcPts val="0"/>
              </a:spcAft>
              <a:buSzPts val="2800"/>
              <a:buNone/>
            </a:pPr>
            <a:r>
              <a:rPr lang="en" sz="1500" b="1"/>
              <a:t>MMI</a:t>
            </a:r>
            <a:endParaRPr sz="1500" b="1"/>
          </a:p>
        </p:txBody>
      </p:sp>
      <p:sp>
        <p:nvSpPr>
          <p:cNvPr id="1068" name="Google Shape;1068;p98"/>
          <p:cNvSpPr txBox="1">
            <a:spLocks noGrp="1"/>
          </p:cNvSpPr>
          <p:nvPr>
            <p:ph type="title" idx="13"/>
          </p:nvPr>
        </p:nvSpPr>
        <p:spPr>
          <a:xfrm>
            <a:off x="7518138" y="1183050"/>
            <a:ext cx="1440300" cy="252000"/>
          </a:xfrm>
          <a:prstGeom prst="rect">
            <a:avLst/>
          </a:prstGeom>
        </p:spPr>
        <p:txBody>
          <a:bodyPr spcFirstLastPara="1" wrap="square" lIns="0" tIns="0" rIns="0" bIns="0" anchor="ctr" anchorCtr="0">
            <a:noAutofit/>
          </a:bodyPr>
          <a:lstStyle/>
          <a:p>
            <a:pPr marL="0" lvl="0" indent="0" algn="ctr" rtl="0">
              <a:lnSpc>
                <a:spcPct val="100000"/>
              </a:lnSpc>
              <a:spcBef>
                <a:spcPts val="0"/>
              </a:spcBef>
              <a:spcAft>
                <a:spcPts val="0"/>
              </a:spcAft>
              <a:buSzPts val="2800"/>
              <a:buNone/>
            </a:pPr>
            <a:r>
              <a:rPr lang="en" sz="1600" b="1"/>
              <a:t>Sig</a:t>
            </a:r>
            <a:endParaRPr sz="1600" b="1"/>
          </a:p>
        </p:txBody>
      </p:sp>
      <p:sp>
        <p:nvSpPr>
          <p:cNvPr id="1069" name="Google Shape;1069;p98"/>
          <p:cNvSpPr txBox="1">
            <a:spLocks noGrp="1"/>
          </p:cNvSpPr>
          <p:nvPr>
            <p:ph type="title" idx="23"/>
          </p:nvPr>
        </p:nvSpPr>
        <p:spPr>
          <a:xfrm>
            <a:off x="3782425" y="1580073"/>
            <a:ext cx="1778700" cy="1600500"/>
          </a:xfrm>
          <a:prstGeom prst="rect">
            <a:avLst/>
          </a:prstGeom>
        </p:spPr>
        <p:txBody>
          <a:bodyPr spcFirstLastPara="1" wrap="square" lIns="108000" tIns="0" rIns="108000" bIns="54000" anchor="t" anchorCtr="0">
            <a:noAutofit/>
          </a:bodyPr>
          <a:lstStyle/>
          <a:p>
            <a:pPr marL="0" lvl="0" indent="0" algn="l" rtl="0">
              <a:lnSpc>
                <a:spcPct val="100000"/>
              </a:lnSpc>
              <a:spcBef>
                <a:spcPts val="0"/>
              </a:spcBef>
              <a:spcAft>
                <a:spcPts val="0"/>
              </a:spcAft>
              <a:buSzPts val="2800"/>
              <a:buNone/>
            </a:pPr>
            <a:r>
              <a:rPr lang="en" sz="1500"/>
              <a:t>The maximum reported intensity for the event range</a:t>
            </a:r>
            <a:endParaRPr/>
          </a:p>
        </p:txBody>
      </p:sp>
      <p:sp>
        <p:nvSpPr>
          <p:cNvPr id="1070" name="Google Shape;1070;p98"/>
          <p:cNvSpPr txBox="1">
            <a:spLocks noGrp="1"/>
          </p:cNvSpPr>
          <p:nvPr>
            <p:ph type="title" idx="24"/>
          </p:nvPr>
        </p:nvSpPr>
        <p:spPr>
          <a:xfrm>
            <a:off x="2004625" y="1580074"/>
            <a:ext cx="1778700" cy="1600500"/>
          </a:xfrm>
          <a:prstGeom prst="rect">
            <a:avLst/>
          </a:prstGeom>
        </p:spPr>
        <p:txBody>
          <a:bodyPr spcFirstLastPara="1" wrap="square" lIns="108000" tIns="0" rIns="108000" bIns="54000" anchor="t" anchorCtr="0">
            <a:noAutofit/>
          </a:bodyPr>
          <a:lstStyle/>
          <a:p>
            <a:pPr marL="0" lvl="0" indent="0" algn="l" rtl="0">
              <a:lnSpc>
                <a:spcPct val="100000"/>
              </a:lnSpc>
              <a:spcBef>
                <a:spcPts val="0"/>
              </a:spcBef>
              <a:spcAft>
                <a:spcPts val="0"/>
              </a:spcAft>
              <a:buSzPts val="2800"/>
              <a:buNone/>
            </a:pPr>
            <a:r>
              <a:rPr lang="en" sz="1500"/>
              <a:t>The depth where the earthquake begins to rupture (km)</a:t>
            </a:r>
            <a:endParaRPr sz="1500"/>
          </a:p>
        </p:txBody>
      </p:sp>
      <p:sp>
        <p:nvSpPr>
          <p:cNvPr id="1071" name="Google Shape;1071;p98"/>
          <p:cNvSpPr txBox="1">
            <a:spLocks noGrp="1"/>
          </p:cNvSpPr>
          <p:nvPr>
            <p:ph type="title" idx="25"/>
          </p:nvPr>
        </p:nvSpPr>
        <p:spPr>
          <a:xfrm>
            <a:off x="227650" y="1580075"/>
            <a:ext cx="1778700" cy="875100"/>
          </a:xfrm>
          <a:prstGeom prst="rect">
            <a:avLst/>
          </a:prstGeom>
        </p:spPr>
        <p:txBody>
          <a:bodyPr spcFirstLastPara="1" wrap="square" lIns="108000" tIns="0" rIns="108000" bIns="54000" anchor="t" anchorCtr="0">
            <a:noAutofit/>
          </a:bodyPr>
          <a:lstStyle/>
          <a:p>
            <a:pPr marL="0" lvl="0" indent="0" algn="l" rtl="0">
              <a:lnSpc>
                <a:spcPct val="100000"/>
              </a:lnSpc>
              <a:spcBef>
                <a:spcPts val="0"/>
              </a:spcBef>
              <a:spcAft>
                <a:spcPts val="0"/>
              </a:spcAft>
              <a:buSzPts val="2800"/>
              <a:buNone/>
            </a:pPr>
            <a:r>
              <a:rPr lang="en" sz="1500"/>
              <a:t>The Magnitude of the earthquake (Richter Scale)</a:t>
            </a:r>
            <a:endParaRPr sz="1500"/>
          </a:p>
          <a:p>
            <a:pPr marL="0" lvl="0" indent="0" algn="l" rtl="0">
              <a:lnSpc>
                <a:spcPct val="100000"/>
              </a:lnSpc>
              <a:spcBef>
                <a:spcPts val="0"/>
              </a:spcBef>
              <a:spcAft>
                <a:spcPts val="0"/>
              </a:spcAft>
              <a:buSzPts val="2800"/>
              <a:buNone/>
            </a:pPr>
            <a:endParaRPr sz="1500"/>
          </a:p>
          <a:p>
            <a:pPr marL="0" lvl="0" indent="0" algn="l" rtl="0">
              <a:lnSpc>
                <a:spcPct val="100000"/>
              </a:lnSpc>
              <a:spcBef>
                <a:spcPts val="0"/>
              </a:spcBef>
              <a:spcAft>
                <a:spcPts val="0"/>
              </a:spcAft>
              <a:buSzPts val="2800"/>
              <a:buNone/>
            </a:pPr>
            <a:endParaRPr sz="1500"/>
          </a:p>
          <a:p>
            <a:pPr marL="0" lvl="0" indent="0" algn="l" rtl="0">
              <a:lnSpc>
                <a:spcPct val="100000"/>
              </a:lnSpc>
              <a:spcBef>
                <a:spcPts val="0"/>
              </a:spcBef>
              <a:spcAft>
                <a:spcPts val="0"/>
              </a:spcAft>
              <a:buSzPts val="2800"/>
              <a:buNone/>
            </a:pPr>
            <a:endParaRPr sz="1500"/>
          </a:p>
        </p:txBody>
      </p:sp>
      <p:sp>
        <p:nvSpPr>
          <p:cNvPr id="1072" name="Google Shape;1072;p98"/>
          <p:cNvSpPr txBox="1">
            <a:spLocks noGrp="1"/>
          </p:cNvSpPr>
          <p:nvPr>
            <p:ph type="title" idx="26"/>
          </p:nvPr>
        </p:nvSpPr>
        <p:spPr>
          <a:xfrm>
            <a:off x="7340875" y="1578075"/>
            <a:ext cx="1778700" cy="3412200"/>
          </a:xfrm>
          <a:prstGeom prst="rect">
            <a:avLst/>
          </a:prstGeom>
        </p:spPr>
        <p:txBody>
          <a:bodyPr spcFirstLastPara="1" wrap="square" lIns="108000" tIns="0" rIns="108000" bIns="54000" anchor="t" anchorCtr="0">
            <a:noAutofit/>
          </a:bodyPr>
          <a:lstStyle/>
          <a:p>
            <a:pPr marL="0" lvl="0" indent="0" algn="l" rtl="0">
              <a:lnSpc>
                <a:spcPct val="100000"/>
              </a:lnSpc>
              <a:spcBef>
                <a:spcPts val="0"/>
              </a:spcBef>
              <a:spcAft>
                <a:spcPts val="0"/>
              </a:spcAft>
              <a:buSzPts val="2800"/>
              <a:buNone/>
            </a:pPr>
            <a:r>
              <a:rPr lang="en" sz="1500"/>
              <a:t>A comprehensive significance measure determined by multiple factors including the other features</a:t>
            </a:r>
            <a:endParaRPr sz="1500"/>
          </a:p>
          <a:p>
            <a:pPr marL="0" lvl="0" indent="0" algn="l" rtl="0">
              <a:lnSpc>
                <a:spcPct val="100000"/>
              </a:lnSpc>
              <a:spcBef>
                <a:spcPts val="0"/>
              </a:spcBef>
              <a:spcAft>
                <a:spcPts val="0"/>
              </a:spcAft>
              <a:buSzPts val="2800"/>
              <a:buNone/>
            </a:pPr>
            <a:endParaRPr sz="1500"/>
          </a:p>
          <a:p>
            <a:pPr marL="0" lvl="0" indent="0" algn="l" rtl="0">
              <a:lnSpc>
                <a:spcPct val="100000"/>
              </a:lnSpc>
              <a:spcBef>
                <a:spcPts val="0"/>
              </a:spcBef>
              <a:spcAft>
                <a:spcPts val="0"/>
              </a:spcAft>
              <a:buSzPts val="2800"/>
              <a:buNone/>
            </a:pPr>
            <a:r>
              <a:rPr lang="en" sz="1500"/>
              <a:t>Higher values indicate more significant seismic events</a:t>
            </a:r>
            <a:endParaRPr sz="1500"/>
          </a:p>
          <a:p>
            <a:pPr marL="0" lvl="0" indent="0" algn="l" rtl="0">
              <a:lnSpc>
                <a:spcPct val="100000"/>
              </a:lnSpc>
              <a:spcBef>
                <a:spcPts val="0"/>
              </a:spcBef>
              <a:spcAft>
                <a:spcPts val="0"/>
              </a:spcAft>
              <a:buSzPts val="2800"/>
              <a:buNone/>
            </a:pPr>
            <a:endParaRPr sz="1500"/>
          </a:p>
          <a:p>
            <a:pPr marL="0" lvl="0" indent="0" algn="l" rtl="0">
              <a:lnSpc>
                <a:spcPct val="100000"/>
              </a:lnSpc>
              <a:spcBef>
                <a:spcPts val="0"/>
              </a:spcBef>
              <a:spcAft>
                <a:spcPts val="0"/>
              </a:spcAft>
              <a:buSzPts val="2800"/>
              <a:buNone/>
            </a:pPr>
            <a:r>
              <a:rPr lang="en" sz="1500"/>
              <a:t>Can be negative</a:t>
            </a:r>
            <a:endParaRPr sz="1500"/>
          </a:p>
        </p:txBody>
      </p:sp>
      <p:sp>
        <p:nvSpPr>
          <p:cNvPr id="1073" name="Google Shape;1073;p98"/>
          <p:cNvSpPr txBox="1">
            <a:spLocks noGrp="1"/>
          </p:cNvSpPr>
          <p:nvPr>
            <p:ph type="title" idx="27"/>
          </p:nvPr>
        </p:nvSpPr>
        <p:spPr>
          <a:xfrm>
            <a:off x="5559375" y="1577850"/>
            <a:ext cx="1778700" cy="1600500"/>
          </a:xfrm>
          <a:prstGeom prst="rect">
            <a:avLst/>
          </a:prstGeom>
        </p:spPr>
        <p:txBody>
          <a:bodyPr spcFirstLastPara="1" wrap="square" lIns="108000" tIns="0" rIns="108000" bIns="54000" anchor="t" anchorCtr="0">
            <a:noAutofit/>
          </a:bodyPr>
          <a:lstStyle/>
          <a:p>
            <a:pPr marL="0" lvl="0" indent="0" algn="l" rtl="0">
              <a:lnSpc>
                <a:spcPct val="100000"/>
              </a:lnSpc>
              <a:spcBef>
                <a:spcPts val="0"/>
              </a:spcBef>
              <a:spcAft>
                <a:spcPts val="0"/>
              </a:spcAft>
              <a:buSzPts val="2800"/>
              <a:buNone/>
            </a:pPr>
            <a:r>
              <a:rPr lang="en" sz="1500"/>
              <a:t>The maximum estimated instrumental intensity for the event</a:t>
            </a:r>
            <a:endParaRPr sz="1500"/>
          </a:p>
        </p:txBody>
      </p:sp>
      <p:sp>
        <p:nvSpPr>
          <p:cNvPr id="1074" name="Google Shape;1074;p98"/>
          <p:cNvSpPr/>
          <p:nvPr/>
        </p:nvSpPr>
        <p:spPr>
          <a:xfrm>
            <a:off x="343351" y="2598431"/>
            <a:ext cx="360000" cy="360000"/>
          </a:xfrm>
          <a:prstGeom prst="roundRect">
            <a:avLst>
              <a:gd name="adj" fmla="val 0"/>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075" name="Google Shape;1075;p98"/>
          <p:cNvSpPr txBox="1">
            <a:spLocks noGrp="1"/>
          </p:cNvSpPr>
          <p:nvPr>
            <p:ph type="title" idx="4"/>
          </p:nvPr>
        </p:nvSpPr>
        <p:spPr>
          <a:xfrm>
            <a:off x="341975" y="2598425"/>
            <a:ext cx="360000" cy="360000"/>
          </a:xfrm>
          <a:prstGeom prst="rect">
            <a:avLst/>
          </a:prstGeom>
        </p:spPr>
        <p:txBody>
          <a:bodyPr spcFirstLastPara="1" wrap="square" lIns="0" tIns="0" rIns="0" bIns="0" anchor="ctr" anchorCtr="0">
            <a:noAutofit/>
          </a:bodyPr>
          <a:lstStyle/>
          <a:p>
            <a:pPr marL="0" lvl="0" indent="0" algn="ctr" rtl="0">
              <a:lnSpc>
                <a:spcPct val="90000"/>
              </a:lnSpc>
              <a:spcBef>
                <a:spcPts val="0"/>
              </a:spcBef>
              <a:spcAft>
                <a:spcPts val="0"/>
              </a:spcAft>
              <a:buSzPts val="2800"/>
              <a:buNone/>
            </a:pPr>
            <a:r>
              <a:rPr lang="en"/>
              <a:t>6</a:t>
            </a:r>
            <a:endParaRPr/>
          </a:p>
        </p:txBody>
      </p:sp>
      <p:sp>
        <p:nvSpPr>
          <p:cNvPr id="1076" name="Google Shape;1076;p98"/>
          <p:cNvSpPr/>
          <p:nvPr/>
        </p:nvSpPr>
        <p:spPr>
          <a:xfrm>
            <a:off x="395401" y="3180587"/>
            <a:ext cx="1440300" cy="252000"/>
          </a:xfrm>
          <a:prstGeom prst="roundRect">
            <a:avLst>
              <a:gd name="adj" fmla="val 50000"/>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500" b="1">
                <a:solidFill>
                  <a:schemeClr val="dk1"/>
                </a:solidFill>
                <a:latin typeface="Hanken Grotesk"/>
                <a:ea typeface="Hanken Grotesk"/>
                <a:cs typeface="Hanken Grotesk"/>
                <a:sym typeface="Hanken Grotesk"/>
              </a:rPr>
              <a:t>Alert</a:t>
            </a:r>
            <a:endParaRPr sz="1500" b="1">
              <a:solidFill>
                <a:schemeClr val="dk1"/>
              </a:solidFill>
              <a:latin typeface="Hanken Grotesk"/>
              <a:ea typeface="Hanken Grotesk"/>
              <a:cs typeface="Hanken Grotesk"/>
              <a:sym typeface="Hanken Grotesk"/>
            </a:endParaRPr>
          </a:p>
        </p:txBody>
      </p:sp>
      <p:sp>
        <p:nvSpPr>
          <p:cNvPr id="1077" name="Google Shape;1077;p98"/>
          <p:cNvSpPr txBox="1"/>
          <p:nvPr/>
        </p:nvSpPr>
        <p:spPr>
          <a:xfrm>
            <a:off x="224725" y="3540800"/>
            <a:ext cx="1778700" cy="160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latin typeface="Hanken Grotesk SemiBold"/>
                <a:ea typeface="Hanken Grotesk SemiBold"/>
                <a:cs typeface="Hanken Grotesk SemiBold"/>
                <a:sym typeface="Hanken Grotesk SemiBold"/>
              </a:rPr>
              <a:t>Categorical earthquake alert level classification</a:t>
            </a:r>
            <a:endParaRPr sz="1500">
              <a:solidFill>
                <a:schemeClr val="dk1"/>
              </a:solidFill>
              <a:latin typeface="Hanken Grotesk SemiBold"/>
              <a:ea typeface="Hanken Grotesk SemiBold"/>
              <a:cs typeface="Hanken Grotesk SemiBold"/>
              <a:sym typeface="Hanken Grotesk SemiBold"/>
            </a:endParaRPr>
          </a:p>
          <a:p>
            <a:pPr marL="0" lvl="0" indent="0" algn="l" rtl="0">
              <a:spcBef>
                <a:spcPts val="0"/>
              </a:spcBef>
              <a:spcAft>
                <a:spcPts val="0"/>
              </a:spcAft>
              <a:buNone/>
            </a:pPr>
            <a:r>
              <a:rPr lang="en" sz="1500">
                <a:solidFill>
                  <a:schemeClr val="dk1"/>
                </a:solidFill>
                <a:latin typeface="Hanken Grotesk SemiBold"/>
                <a:ea typeface="Hanken Grotesk SemiBold"/>
                <a:cs typeface="Hanken Grotesk SemiBold"/>
                <a:sym typeface="Hanken Grotesk SemiBold"/>
              </a:rPr>
              <a:t>(Target Variable)</a:t>
            </a:r>
            <a:endParaRPr sz="1500">
              <a:solidFill>
                <a:schemeClr val="dk1"/>
              </a:solidFill>
              <a:latin typeface="Hanken Grotesk SemiBold"/>
              <a:ea typeface="Hanken Grotesk SemiBold"/>
              <a:cs typeface="Hanken Grotesk SemiBold"/>
              <a:sym typeface="Hanken Grotesk SemiBold"/>
            </a:endParaRPr>
          </a:p>
        </p:txBody>
      </p:sp>
      <p:sp>
        <p:nvSpPr>
          <p:cNvPr id="1078" name="Google Shape;1078;p98"/>
          <p:cNvSpPr/>
          <p:nvPr/>
        </p:nvSpPr>
        <p:spPr>
          <a:xfrm rot="-5400000">
            <a:off x="409800" y="4739700"/>
            <a:ext cx="249300" cy="252000"/>
          </a:xfrm>
          <a:prstGeom prst="ellipse">
            <a:avLst/>
          </a:prstGeom>
          <a:solidFill>
            <a:srgbClr val="00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079" name="Google Shape;1079;p98"/>
          <p:cNvSpPr/>
          <p:nvPr/>
        </p:nvSpPr>
        <p:spPr>
          <a:xfrm rot="-5400000">
            <a:off x="710675" y="4739700"/>
            <a:ext cx="249300" cy="252000"/>
          </a:xfrm>
          <a:prstGeom prst="ellipse">
            <a:avLst/>
          </a:prstGeom>
          <a:solidFill>
            <a:srgbClr val="FFFF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080" name="Google Shape;1080;p98"/>
          <p:cNvSpPr/>
          <p:nvPr/>
        </p:nvSpPr>
        <p:spPr>
          <a:xfrm rot="-5400000">
            <a:off x="1011550" y="4739700"/>
            <a:ext cx="249300" cy="252000"/>
          </a:xfrm>
          <a:prstGeom prst="ellipse">
            <a:avLst/>
          </a:prstGeom>
          <a:solidFill>
            <a:srgbClr val="FF99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081" name="Google Shape;1081;p98"/>
          <p:cNvSpPr/>
          <p:nvPr/>
        </p:nvSpPr>
        <p:spPr>
          <a:xfrm rot="-5400000">
            <a:off x="1312425" y="4738875"/>
            <a:ext cx="249300" cy="252000"/>
          </a:xfrm>
          <a:prstGeom prst="ellipse">
            <a:avLst/>
          </a:prstGeom>
          <a:solidFill>
            <a:srgbClr val="FF0000"/>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85"/>
        <p:cNvGrpSpPr/>
        <p:nvPr/>
      </p:nvGrpSpPr>
      <p:grpSpPr>
        <a:xfrm>
          <a:off x="0" y="0"/>
          <a:ext cx="0" cy="0"/>
          <a:chOff x="0" y="0"/>
          <a:chExt cx="0" cy="0"/>
        </a:xfrm>
      </p:grpSpPr>
      <p:sp>
        <p:nvSpPr>
          <p:cNvPr id="1086" name="Google Shape;1086;p99"/>
          <p:cNvSpPr txBox="1"/>
          <p:nvPr/>
        </p:nvSpPr>
        <p:spPr>
          <a:xfrm>
            <a:off x="559200" y="49325"/>
            <a:ext cx="3242400" cy="2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Hanken Grotesk"/>
                <a:ea typeface="Hanken Grotesk"/>
                <a:cs typeface="Hanken Grotesk"/>
                <a:sym typeface="Hanken Grotesk"/>
              </a:rPr>
              <a:t>INITIAL ANALYSIS</a:t>
            </a:r>
            <a:endParaRPr sz="1500" b="1">
              <a:solidFill>
                <a:schemeClr val="dk1"/>
              </a:solidFill>
              <a:latin typeface="Hanken Grotesk"/>
              <a:ea typeface="Hanken Grotesk"/>
              <a:cs typeface="Hanken Grotesk"/>
              <a:sym typeface="Hanken Grotesk"/>
            </a:endParaRPr>
          </a:p>
        </p:txBody>
      </p:sp>
      <p:pic>
        <p:nvPicPr>
          <p:cNvPr id="1087" name="Google Shape;1087;p99"/>
          <p:cNvPicPr preferRelativeResize="0"/>
          <p:nvPr/>
        </p:nvPicPr>
        <p:blipFill>
          <a:blip r:embed="rId3">
            <a:alphaModFix/>
          </a:blip>
          <a:stretch>
            <a:fillRect/>
          </a:stretch>
        </p:blipFill>
        <p:spPr>
          <a:xfrm>
            <a:off x="5323425" y="2668250"/>
            <a:ext cx="1763050" cy="936975"/>
          </a:xfrm>
          <a:prstGeom prst="rect">
            <a:avLst/>
          </a:prstGeom>
          <a:noFill/>
          <a:ln>
            <a:noFill/>
          </a:ln>
        </p:spPr>
      </p:pic>
      <p:pic>
        <p:nvPicPr>
          <p:cNvPr id="1088" name="Google Shape;1088;p99"/>
          <p:cNvPicPr preferRelativeResize="0"/>
          <p:nvPr/>
        </p:nvPicPr>
        <p:blipFill>
          <a:blip r:embed="rId4">
            <a:alphaModFix/>
          </a:blip>
          <a:stretch>
            <a:fillRect/>
          </a:stretch>
        </p:blipFill>
        <p:spPr>
          <a:xfrm>
            <a:off x="2575825" y="2668261"/>
            <a:ext cx="2696301" cy="2298039"/>
          </a:xfrm>
          <a:prstGeom prst="rect">
            <a:avLst/>
          </a:prstGeom>
          <a:noFill/>
          <a:ln>
            <a:noFill/>
          </a:ln>
        </p:spPr>
      </p:pic>
      <p:pic>
        <p:nvPicPr>
          <p:cNvPr id="1089" name="Google Shape;1089;p99"/>
          <p:cNvPicPr preferRelativeResize="0"/>
          <p:nvPr/>
        </p:nvPicPr>
        <p:blipFill>
          <a:blip r:embed="rId5">
            <a:alphaModFix/>
          </a:blip>
          <a:stretch>
            <a:fillRect/>
          </a:stretch>
        </p:blipFill>
        <p:spPr>
          <a:xfrm>
            <a:off x="339025" y="2668250"/>
            <a:ext cx="2185489" cy="2298050"/>
          </a:xfrm>
          <a:prstGeom prst="rect">
            <a:avLst/>
          </a:prstGeom>
          <a:noFill/>
          <a:ln>
            <a:noFill/>
          </a:ln>
        </p:spPr>
      </p:pic>
      <p:pic>
        <p:nvPicPr>
          <p:cNvPr id="1090" name="Google Shape;1090;p99"/>
          <p:cNvPicPr preferRelativeResize="0"/>
          <p:nvPr/>
        </p:nvPicPr>
        <p:blipFill>
          <a:blip r:embed="rId6">
            <a:alphaModFix/>
          </a:blip>
          <a:stretch>
            <a:fillRect/>
          </a:stretch>
        </p:blipFill>
        <p:spPr>
          <a:xfrm>
            <a:off x="339025" y="606050"/>
            <a:ext cx="8814201" cy="2040051"/>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94"/>
        <p:cNvGrpSpPr/>
        <p:nvPr/>
      </p:nvGrpSpPr>
      <p:grpSpPr>
        <a:xfrm>
          <a:off x="0" y="0"/>
          <a:ext cx="0" cy="0"/>
          <a:chOff x="0" y="0"/>
          <a:chExt cx="0" cy="0"/>
        </a:xfrm>
      </p:grpSpPr>
      <p:pic>
        <p:nvPicPr>
          <p:cNvPr id="1095" name="Google Shape;1095;p100" title="5a802ea1-066a-4701-a5ce-92f6da7c4259.png"/>
          <p:cNvPicPr preferRelativeResize="0"/>
          <p:nvPr/>
        </p:nvPicPr>
        <p:blipFill>
          <a:blip r:embed="rId3">
            <a:alphaModFix/>
          </a:blip>
          <a:stretch>
            <a:fillRect/>
          </a:stretch>
        </p:blipFill>
        <p:spPr>
          <a:xfrm>
            <a:off x="4678489" y="493300"/>
            <a:ext cx="4387812" cy="4650200"/>
          </a:xfrm>
          <a:prstGeom prst="rect">
            <a:avLst/>
          </a:prstGeom>
          <a:noFill/>
          <a:ln>
            <a:noFill/>
          </a:ln>
        </p:spPr>
      </p:pic>
      <p:pic>
        <p:nvPicPr>
          <p:cNvPr id="1096" name="Google Shape;1096;p100" title="acf5090c-8f6d-4100-a250-3ff968d11ee3.png"/>
          <p:cNvPicPr preferRelativeResize="0"/>
          <p:nvPr/>
        </p:nvPicPr>
        <p:blipFill>
          <a:blip r:embed="rId4">
            <a:alphaModFix/>
          </a:blip>
          <a:stretch>
            <a:fillRect/>
          </a:stretch>
        </p:blipFill>
        <p:spPr>
          <a:xfrm>
            <a:off x="25650" y="493300"/>
            <a:ext cx="4652850" cy="4650212"/>
          </a:xfrm>
          <a:prstGeom prst="rect">
            <a:avLst/>
          </a:prstGeom>
          <a:noFill/>
          <a:ln>
            <a:noFill/>
          </a:ln>
        </p:spPr>
      </p:pic>
      <p:sp>
        <p:nvSpPr>
          <p:cNvPr id="1097" name="Google Shape;1097;p100"/>
          <p:cNvSpPr txBox="1"/>
          <p:nvPr/>
        </p:nvSpPr>
        <p:spPr>
          <a:xfrm>
            <a:off x="565850" y="0"/>
            <a:ext cx="3802200" cy="276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sz="1500" b="1">
              <a:solidFill>
                <a:schemeClr val="dk1"/>
              </a:solidFill>
              <a:latin typeface="Hanken Grotesk"/>
              <a:ea typeface="Hanken Grotesk"/>
              <a:cs typeface="Hanken Grotesk"/>
              <a:sym typeface="Hanken Grotesk"/>
            </a:endParaRPr>
          </a:p>
        </p:txBody>
      </p:sp>
      <p:sp>
        <p:nvSpPr>
          <p:cNvPr id="1098" name="Google Shape;1098;p100"/>
          <p:cNvSpPr txBox="1"/>
          <p:nvPr/>
        </p:nvSpPr>
        <p:spPr>
          <a:xfrm>
            <a:off x="559200" y="49325"/>
            <a:ext cx="3242400" cy="2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Hanken Grotesk"/>
                <a:ea typeface="Hanken Grotesk"/>
                <a:cs typeface="Hanken Grotesk"/>
                <a:sym typeface="Hanken Grotesk"/>
              </a:rPr>
              <a:t>INITIAL ANALYSIS</a:t>
            </a:r>
            <a:endParaRPr sz="1500" b="1">
              <a:solidFill>
                <a:schemeClr val="dk1"/>
              </a:solidFill>
              <a:latin typeface="Hanken Grotesk"/>
              <a:ea typeface="Hanken Grotesk"/>
              <a:cs typeface="Hanken Grotesk"/>
              <a:sym typeface="Hanken Grotesk"/>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101"/>
          <p:cNvSpPr/>
          <p:nvPr/>
        </p:nvSpPr>
        <p:spPr>
          <a:xfrm>
            <a:off x="52787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04" name="Google Shape;1104;p101"/>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05" name="Google Shape;1105;p101"/>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06" name="Google Shape;1106;p101"/>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07" name="Google Shape;1107;p101"/>
          <p:cNvSpPr txBox="1">
            <a:spLocks noGrp="1"/>
          </p:cNvSpPr>
          <p:nvPr>
            <p:ph type="subTitle" idx="2"/>
          </p:nvPr>
        </p:nvSpPr>
        <p:spPr>
          <a:xfrm>
            <a:off x="4228850" y="131800"/>
            <a:ext cx="1440000" cy="360000"/>
          </a:xfrm>
          <a:prstGeom prst="rect">
            <a:avLst/>
          </a:prstGeom>
        </p:spPr>
        <p:txBody>
          <a:bodyPr spcFirstLastPara="1" wrap="square" lIns="91425" tIns="0" rIns="91425" bIns="0" anchor="ctr" anchorCtr="0">
            <a:normAutofit/>
          </a:bodyPr>
          <a:lstStyle/>
          <a:p>
            <a:pPr marL="0" lvl="0" indent="0" algn="ctr" rtl="0">
              <a:lnSpc>
                <a:spcPct val="115000"/>
              </a:lnSpc>
              <a:spcBef>
                <a:spcPts val="0"/>
              </a:spcBef>
              <a:spcAft>
                <a:spcPts val="0"/>
              </a:spcAft>
              <a:buSzPts val="1200"/>
              <a:buNone/>
            </a:pPr>
            <a:r>
              <a:rPr lang="en" sz="1500" b="1"/>
              <a:t>MODEL #1</a:t>
            </a:r>
            <a:endParaRPr sz="1500" b="1"/>
          </a:p>
        </p:txBody>
      </p:sp>
      <p:sp>
        <p:nvSpPr>
          <p:cNvPr id="1108" name="Google Shape;1108;p101"/>
          <p:cNvSpPr txBox="1">
            <a:spLocks noGrp="1"/>
          </p:cNvSpPr>
          <p:nvPr>
            <p:ph type="title" idx="27"/>
          </p:nvPr>
        </p:nvSpPr>
        <p:spPr>
          <a:xfrm>
            <a:off x="593775" y="707062"/>
            <a:ext cx="7196400" cy="615900"/>
          </a:xfrm>
          <a:prstGeom prst="rect">
            <a:avLst/>
          </a:prstGeom>
        </p:spPr>
        <p:txBody>
          <a:bodyPr spcFirstLastPara="1" wrap="square" lIns="0" tIns="0" rIns="0" bIns="91425" anchor="t" anchorCtr="0">
            <a:noAutofit/>
          </a:bodyPr>
          <a:lstStyle/>
          <a:p>
            <a:pPr marL="0" lvl="0" indent="0" algn="l" rtl="0">
              <a:lnSpc>
                <a:spcPct val="100000"/>
              </a:lnSpc>
              <a:spcBef>
                <a:spcPts val="0"/>
              </a:spcBef>
              <a:spcAft>
                <a:spcPts val="0"/>
              </a:spcAft>
              <a:buSzPts val="4000"/>
              <a:buNone/>
            </a:pPr>
            <a:r>
              <a:rPr lang="en" b="1">
                <a:latin typeface="Neuton"/>
                <a:ea typeface="Neuton"/>
                <a:cs typeface="Neuton"/>
                <a:sym typeface="Neuton"/>
              </a:rPr>
              <a:t>First Model: Decision Tree</a:t>
            </a:r>
            <a:endParaRPr b="1">
              <a:latin typeface="Neuton"/>
              <a:ea typeface="Neuton"/>
              <a:cs typeface="Neuton"/>
              <a:sym typeface="Neuton"/>
            </a:endParaRPr>
          </a:p>
        </p:txBody>
      </p:sp>
      <p:sp>
        <p:nvSpPr>
          <p:cNvPr id="1109" name="Google Shape;1109;p101"/>
          <p:cNvSpPr/>
          <p:nvPr/>
        </p:nvSpPr>
        <p:spPr>
          <a:xfrm>
            <a:off x="216825" y="1417125"/>
            <a:ext cx="8572500" cy="3368700"/>
          </a:xfrm>
          <a:prstGeom prst="rect">
            <a:avLst/>
          </a:prstGeom>
          <a:solidFill>
            <a:srgbClr val="D6FC83"/>
          </a:solidFill>
          <a:ln w="9525" cap="flat" cmpd="sng">
            <a:solidFill>
              <a:srgbClr val="D6FC8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pic>
        <p:nvPicPr>
          <p:cNvPr id="1110" name="Google Shape;1110;p101"/>
          <p:cNvPicPr preferRelativeResize="0"/>
          <p:nvPr/>
        </p:nvPicPr>
        <p:blipFill>
          <a:blip r:embed="rId3">
            <a:alphaModFix/>
          </a:blip>
          <a:stretch>
            <a:fillRect/>
          </a:stretch>
        </p:blipFill>
        <p:spPr>
          <a:xfrm>
            <a:off x="3442500" y="1430575"/>
            <a:ext cx="2900989" cy="3610950"/>
          </a:xfrm>
          <a:prstGeom prst="rect">
            <a:avLst/>
          </a:prstGeom>
          <a:noFill/>
          <a:ln>
            <a:noFill/>
          </a:ln>
        </p:spPr>
      </p:pic>
      <p:pic>
        <p:nvPicPr>
          <p:cNvPr id="1111" name="Google Shape;1111;p101"/>
          <p:cNvPicPr preferRelativeResize="0"/>
          <p:nvPr/>
        </p:nvPicPr>
        <p:blipFill>
          <a:blip r:embed="rId4">
            <a:alphaModFix/>
          </a:blip>
          <a:stretch>
            <a:fillRect/>
          </a:stretch>
        </p:blipFill>
        <p:spPr>
          <a:xfrm>
            <a:off x="627963" y="1430575"/>
            <a:ext cx="2814525" cy="1186309"/>
          </a:xfrm>
          <a:prstGeom prst="rect">
            <a:avLst/>
          </a:prstGeom>
          <a:noFill/>
          <a:ln>
            <a:noFill/>
          </a:ln>
        </p:spPr>
      </p:pic>
      <p:pic>
        <p:nvPicPr>
          <p:cNvPr id="1112" name="Google Shape;1112;p101"/>
          <p:cNvPicPr preferRelativeResize="0"/>
          <p:nvPr/>
        </p:nvPicPr>
        <p:blipFill>
          <a:blip r:embed="rId5">
            <a:alphaModFix/>
          </a:blip>
          <a:stretch>
            <a:fillRect/>
          </a:stretch>
        </p:blipFill>
        <p:spPr>
          <a:xfrm>
            <a:off x="6343500" y="1430575"/>
            <a:ext cx="2319540" cy="3610949"/>
          </a:xfrm>
          <a:prstGeom prst="rect">
            <a:avLst/>
          </a:prstGeom>
          <a:noFill/>
          <a:ln>
            <a:noFill/>
          </a:ln>
        </p:spPr>
      </p:pic>
      <p:pic>
        <p:nvPicPr>
          <p:cNvPr id="1113" name="Google Shape;1113;p101"/>
          <p:cNvPicPr preferRelativeResize="0"/>
          <p:nvPr/>
        </p:nvPicPr>
        <p:blipFill>
          <a:blip r:embed="rId6">
            <a:alphaModFix/>
          </a:blip>
          <a:stretch>
            <a:fillRect/>
          </a:stretch>
        </p:blipFill>
        <p:spPr>
          <a:xfrm>
            <a:off x="627963" y="2616875"/>
            <a:ext cx="2814525" cy="2430114"/>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117"/>
        <p:cNvGrpSpPr/>
        <p:nvPr/>
      </p:nvGrpSpPr>
      <p:grpSpPr>
        <a:xfrm>
          <a:off x="0" y="0"/>
          <a:ext cx="0" cy="0"/>
          <a:chOff x="0" y="0"/>
          <a:chExt cx="0" cy="0"/>
        </a:xfrm>
      </p:grpSpPr>
      <p:sp>
        <p:nvSpPr>
          <p:cNvPr id="1118" name="Google Shape;1118;p102"/>
          <p:cNvSpPr/>
          <p:nvPr/>
        </p:nvSpPr>
        <p:spPr>
          <a:xfrm>
            <a:off x="52787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19" name="Google Shape;1119;p102"/>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20" name="Google Shape;1120;p102"/>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21" name="Google Shape;1121;p102"/>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22" name="Google Shape;1122;p102"/>
          <p:cNvSpPr txBox="1">
            <a:spLocks noGrp="1"/>
          </p:cNvSpPr>
          <p:nvPr>
            <p:ph type="subTitle" idx="2"/>
          </p:nvPr>
        </p:nvSpPr>
        <p:spPr>
          <a:xfrm>
            <a:off x="4228850" y="131800"/>
            <a:ext cx="1440000" cy="360000"/>
          </a:xfrm>
          <a:prstGeom prst="rect">
            <a:avLst/>
          </a:prstGeom>
        </p:spPr>
        <p:txBody>
          <a:bodyPr spcFirstLastPara="1" wrap="square" lIns="91425" tIns="0" rIns="91425" bIns="0" anchor="ctr" anchorCtr="0">
            <a:normAutofit/>
          </a:bodyPr>
          <a:lstStyle/>
          <a:p>
            <a:pPr marL="0" lvl="0" indent="0" algn="ctr" rtl="0">
              <a:lnSpc>
                <a:spcPct val="115000"/>
              </a:lnSpc>
              <a:spcBef>
                <a:spcPts val="0"/>
              </a:spcBef>
              <a:spcAft>
                <a:spcPts val="0"/>
              </a:spcAft>
              <a:buSzPts val="1200"/>
              <a:buNone/>
            </a:pPr>
            <a:r>
              <a:rPr lang="en" sz="1500" b="1"/>
              <a:t>MODEL #1</a:t>
            </a:r>
            <a:endParaRPr sz="1500" b="1"/>
          </a:p>
        </p:txBody>
      </p:sp>
      <p:sp>
        <p:nvSpPr>
          <p:cNvPr id="1123" name="Google Shape;1123;p102"/>
          <p:cNvSpPr txBox="1">
            <a:spLocks noGrp="1"/>
          </p:cNvSpPr>
          <p:nvPr>
            <p:ph type="title" idx="27"/>
          </p:nvPr>
        </p:nvSpPr>
        <p:spPr>
          <a:xfrm>
            <a:off x="593775" y="707050"/>
            <a:ext cx="8195400" cy="615900"/>
          </a:xfrm>
          <a:prstGeom prst="rect">
            <a:avLst/>
          </a:prstGeom>
        </p:spPr>
        <p:txBody>
          <a:bodyPr spcFirstLastPara="1" wrap="square" lIns="0" tIns="0" rIns="0" bIns="91425" anchor="t" anchorCtr="0">
            <a:noAutofit/>
          </a:bodyPr>
          <a:lstStyle/>
          <a:p>
            <a:pPr marL="0" lvl="0" indent="0" algn="l" rtl="0">
              <a:lnSpc>
                <a:spcPct val="100000"/>
              </a:lnSpc>
              <a:spcBef>
                <a:spcPts val="0"/>
              </a:spcBef>
              <a:spcAft>
                <a:spcPts val="0"/>
              </a:spcAft>
              <a:buSzPts val="4000"/>
              <a:buNone/>
            </a:pPr>
            <a:r>
              <a:rPr lang="en" b="1">
                <a:latin typeface="Neuton"/>
                <a:ea typeface="Neuton"/>
                <a:cs typeface="Neuton"/>
                <a:sym typeface="Neuton"/>
              </a:rPr>
              <a:t>Decision Tree: Results + Improvement</a:t>
            </a:r>
            <a:endParaRPr b="1">
              <a:latin typeface="Neuton"/>
              <a:ea typeface="Neuton"/>
              <a:cs typeface="Neuton"/>
              <a:sym typeface="Neuton"/>
            </a:endParaRPr>
          </a:p>
        </p:txBody>
      </p:sp>
      <p:sp>
        <p:nvSpPr>
          <p:cNvPr id="1124" name="Google Shape;1124;p102"/>
          <p:cNvSpPr/>
          <p:nvPr/>
        </p:nvSpPr>
        <p:spPr>
          <a:xfrm>
            <a:off x="216825" y="1417125"/>
            <a:ext cx="8572500" cy="3368700"/>
          </a:xfrm>
          <a:prstGeom prst="rect">
            <a:avLst/>
          </a:prstGeom>
          <a:solidFill>
            <a:srgbClr val="D6FC83"/>
          </a:solidFill>
          <a:ln w="9525" cap="flat" cmpd="sng">
            <a:solidFill>
              <a:srgbClr val="D6FC8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pic>
        <p:nvPicPr>
          <p:cNvPr id="1125" name="Google Shape;1125;p102" title="f3aca788-6751-43a6-a7bc-4575817aff27.png"/>
          <p:cNvPicPr preferRelativeResize="0"/>
          <p:nvPr/>
        </p:nvPicPr>
        <p:blipFill>
          <a:blip r:embed="rId3">
            <a:alphaModFix/>
          </a:blip>
          <a:stretch>
            <a:fillRect/>
          </a:stretch>
        </p:blipFill>
        <p:spPr>
          <a:xfrm>
            <a:off x="4406227" y="1538197"/>
            <a:ext cx="4383095" cy="3368700"/>
          </a:xfrm>
          <a:prstGeom prst="rect">
            <a:avLst/>
          </a:prstGeom>
          <a:noFill/>
          <a:ln>
            <a:noFill/>
          </a:ln>
        </p:spPr>
      </p:pic>
      <p:sp>
        <p:nvSpPr>
          <p:cNvPr id="1126" name="Google Shape;1126;p102"/>
          <p:cNvSpPr txBox="1"/>
          <p:nvPr/>
        </p:nvSpPr>
        <p:spPr>
          <a:xfrm>
            <a:off x="351825" y="1538200"/>
            <a:ext cx="3876900" cy="3315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chemeClr val="dk1"/>
                </a:solidFill>
                <a:latin typeface="Hanken Grotesk"/>
                <a:ea typeface="Hanken Grotesk"/>
                <a:cs typeface="Hanken Grotesk"/>
                <a:sym typeface="Hanken Grotesk"/>
              </a:rPr>
              <a:t>Base model parameters:</a:t>
            </a:r>
            <a:r>
              <a:rPr lang="en" sz="1500">
                <a:solidFill>
                  <a:schemeClr val="dk1"/>
                </a:solidFill>
                <a:latin typeface="Hanken Grotesk"/>
                <a:ea typeface="Hanken Grotesk"/>
                <a:cs typeface="Hanken Grotesk"/>
                <a:sym typeface="Hanken Grotesk"/>
              </a:rPr>
              <a:t> min_samples=2, max_depth=4</a:t>
            </a:r>
            <a:endParaRPr sz="150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Training Accuracy = 78.6%</a:t>
            </a:r>
            <a:endParaRPr sz="150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Testing Accuracy = 71.7%</a:t>
            </a:r>
            <a:endParaRPr sz="150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500">
                <a:solidFill>
                  <a:schemeClr val="dk1"/>
                </a:solidFill>
                <a:latin typeface="Hanken Grotesk"/>
                <a:ea typeface="Hanken Grotesk"/>
                <a:cs typeface="Hanken Grotesk"/>
                <a:sym typeface="Hanken Grotesk"/>
              </a:rPr>
              <a:t>To improve the model, I tested different max_depth values. The ideal max_depth value was found to be 13.</a:t>
            </a:r>
            <a:endParaRPr sz="150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500" b="1">
                <a:solidFill>
                  <a:schemeClr val="dk1"/>
                </a:solidFill>
                <a:latin typeface="Hanken Grotesk"/>
                <a:ea typeface="Hanken Grotesk"/>
                <a:cs typeface="Hanken Grotesk"/>
                <a:sym typeface="Hanken Grotesk"/>
              </a:rPr>
              <a:t>Updated model parameters: </a:t>
            </a:r>
            <a:r>
              <a:rPr lang="en" sz="1500">
                <a:solidFill>
                  <a:schemeClr val="dk1"/>
                </a:solidFill>
                <a:latin typeface="Hanken Grotesk"/>
                <a:ea typeface="Hanken Grotesk"/>
                <a:cs typeface="Hanken Grotesk"/>
                <a:sym typeface="Hanken Grotesk"/>
              </a:rPr>
              <a:t>min_samples=2, max_depth=13</a:t>
            </a:r>
            <a:endParaRPr sz="150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Training Accuracy = 99.7%</a:t>
            </a:r>
            <a:endParaRPr sz="150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a:solidFill>
                  <a:schemeClr val="dk1"/>
                </a:solidFill>
                <a:latin typeface="Hanken Grotesk"/>
                <a:ea typeface="Hanken Grotesk"/>
                <a:cs typeface="Hanken Grotesk"/>
                <a:sym typeface="Hanken Grotesk"/>
              </a:rPr>
              <a:t>Testing Accuracy = 83.1%</a:t>
            </a:r>
            <a:endParaRPr sz="1500">
              <a:solidFill>
                <a:schemeClr val="dk1"/>
              </a:solidFill>
              <a:latin typeface="Hanken Grotesk"/>
              <a:ea typeface="Hanken Grotesk"/>
              <a:cs typeface="Hanken Grotesk"/>
              <a:sym typeface="Hanken Grotesk"/>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0"/>
        <p:cNvGrpSpPr/>
        <p:nvPr/>
      </p:nvGrpSpPr>
      <p:grpSpPr>
        <a:xfrm>
          <a:off x="0" y="0"/>
          <a:ext cx="0" cy="0"/>
          <a:chOff x="0" y="0"/>
          <a:chExt cx="0" cy="0"/>
        </a:xfrm>
      </p:grpSpPr>
      <p:grpSp>
        <p:nvGrpSpPr>
          <p:cNvPr id="1131" name="Google Shape;1131;p103"/>
          <p:cNvGrpSpPr/>
          <p:nvPr/>
        </p:nvGrpSpPr>
        <p:grpSpPr>
          <a:xfrm>
            <a:off x="238136" y="546847"/>
            <a:ext cx="2887381" cy="450006"/>
            <a:chOff x="205180" y="255349"/>
            <a:chExt cx="3948825" cy="616447"/>
          </a:xfrm>
        </p:grpSpPr>
        <p:grpSp>
          <p:nvGrpSpPr>
            <p:cNvPr id="1132" name="Google Shape;1132;p103"/>
            <p:cNvGrpSpPr/>
            <p:nvPr/>
          </p:nvGrpSpPr>
          <p:grpSpPr>
            <a:xfrm>
              <a:off x="205180" y="255349"/>
              <a:ext cx="900000" cy="616447"/>
              <a:chOff x="-1694195" y="1469582"/>
              <a:chExt cx="1440000" cy="981916"/>
            </a:xfrm>
          </p:grpSpPr>
          <p:sp>
            <p:nvSpPr>
              <p:cNvPr id="1133" name="Google Shape;1133;p103"/>
              <p:cNvSpPr/>
              <p:nvPr/>
            </p:nvSpPr>
            <p:spPr>
              <a:xfrm rot="5400000">
                <a:off x="-1417745" y="1287948"/>
                <a:ext cx="887100" cy="1440000"/>
              </a:xfrm>
              <a:prstGeom prst="roundRect">
                <a:avLst>
                  <a:gd name="adj" fmla="val 5925"/>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pic>
            <p:nvPicPr>
              <p:cNvPr id="1134" name="Google Shape;1134;p103"/>
              <p:cNvPicPr preferRelativeResize="0"/>
              <p:nvPr/>
            </p:nvPicPr>
            <p:blipFill rotWithShape="1">
              <a:blip r:embed="rId3">
                <a:alphaModFix/>
              </a:blip>
              <a:srcRect l="1699" r="1709"/>
              <a:stretch/>
            </p:blipFill>
            <p:spPr>
              <a:xfrm>
                <a:off x="-1605961" y="1469582"/>
                <a:ext cx="581984" cy="96786"/>
              </a:xfrm>
              <a:prstGeom prst="rect">
                <a:avLst/>
              </a:prstGeom>
              <a:noFill/>
              <a:ln>
                <a:noFill/>
              </a:ln>
            </p:spPr>
          </p:pic>
        </p:grpSp>
        <p:grpSp>
          <p:nvGrpSpPr>
            <p:cNvPr id="1135" name="Google Shape;1135;p103"/>
            <p:cNvGrpSpPr/>
            <p:nvPr/>
          </p:nvGrpSpPr>
          <p:grpSpPr>
            <a:xfrm>
              <a:off x="2237730" y="255361"/>
              <a:ext cx="900000" cy="616326"/>
              <a:chOff x="2237730" y="255361"/>
              <a:chExt cx="900000" cy="616326"/>
            </a:xfrm>
          </p:grpSpPr>
          <p:pic>
            <p:nvPicPr>
              <p:cNvPr id="1136" name="Google Shape;1136;p103"/>
              <p:cNvPicPr preferRelativeResize="0"/>
              <p:nvPr/>
            </p:nvPicPr>
            <p:blipFill rotWithShape="1">
              <a:blip r:embed="rId4">
                <a:alphaModFix/>
              </a:blip>
              <a:srcRect l="2078" r="2089"/>
              <a:stretch/>
            </p:blipFill>
            <p:spPr>
              <a:xfrm>
                <a:off x="2292876" y="255361"/>
                <a:ext cx="363742" cy="60762"/>
              </a:xfrm>
              <a:prstGeom prst="rect">
                <a:avLst/>
              </a:prstGeom>
              <a:noFill/>
              <a:ln>
                <a:noFill/>
              </a:ln>
            </p:spPr>
          </p:pic>
          <p:sp>
            <p:nvSpPr>
              <p:cNvPr id="1137" name="Google Shape;1137;p103"/>
              <p:cNvSpPr/>
              <p:nvPr/>
            </p:nvSpPr>
            <p:spPr>
              <a:xfrm rot="5400000">
                <a:off x="2409330" y="143287"/>
                <a:ext cx="556800" cy="900000"/>
              </a:xfrm>
              <a:prstGeom prst="roundRect">
                <a:avLst>
                  <a:gd name="adj" fmla="val 5925"/>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grpSp>
          <p:nvGrpSpPr>
            <p:cNvPr id="1138" name="Google Shape;1138;p103"/>
            <p:cNvGrpSpPr/>
            <p:nvPr/>
          </p:nvGrpSpPr>
          <p:grpSpPr>
            <a:xfrm>
              <a:off x="1221455" y="255349"/>
              <a:ext cx="900000" cy="616325"/>
              <a:chOff x="1221455" y="255349"/>
              <a:chExt cx="900000" cy="616325"/>
            </a:xfrm>
          </p:grpSpPr>
          <p:pic>
            <p:nvPicPr>
              <p:cNvPr id="1139" name="Google Shape;1139;p103"/>
              <p:cNvPicPr preferRelativeResize="0"/>
              <p:nvPr/>
            </p:nvPicPr>
            <p:blipFill rotWithShape="1">
              <a:blip r:embed="rId5">
                <a:alphaModFix/>
              </a:blip>
              <a:srcRect l="1923" r="1911"/>
              <a:stretch/>
            </p:blipFill>
            <p:spPr>
              <a:xfrm>
                <a:off x="1276601" y="255349"/>
                <a:ext cx="363742" cy="60762"/>
              </a:xfrm>
              <a:prstGeom prst="rect">
                <a:avLst/>
              </a:prstGeom>
              <a:noFill/>
              <a:ln>
                <a:noFill/>
              </a:ln>
            </p:spPr>
          </p:pic>
          <p:sp>
            <p:nvSpPr>
              <p:cNvPr id="1140" name="Google Shape;1140;p103"/>
              <p:cNvSpPr/>
              <p:nvPr/>
            </p:nvSpPr>
            <p:spPr>
              <a:xfrm rot="5400000">
                <a:off x="1393055" y="143274"/>
                <a:ext cx="556800" cy="900000"/>
              </a:xfrm>
              <a:prstGeom prst="roundRect">
                <a:avLst>
                  <a:gd name="adj" fmla="val 5925"/>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grpSp>
        <p:grpSp>
          <p:nvGrpSpPr>
            <p:cNvPr id="1141" name="Google Shape;1141;p103"/>
            <p:cNvGrpSpPr/>
            <p:nvPr/>
          </p:nvGrpSpPr>
          <p:grpSpPr>
            <a:xfrm>
              <a:off x="3254005" y="255361"/>
              <a:ext cx="900000" cy="616326"/>
              <a:chOff x="3254005" y="255361"/>
              <a:chExt cx="900000" cy="616326"/>
            </a:xfrm>
          </p:grpSpPr>
          <p:sp>
            <p:nvSpPr>
              <p:cNvPr id="1142" name="Google Shape;1142;p103"/>
              <p:cNvSpPr/>
              <p:nvPr/>
            </p:nvSpPr>
            <p:spPr>
              <a:xfrm rot="5400000">
                <a:off x="3425605" y="143287"/>
                <a:ext cx="556800" cy="900000"/>
              </a:xfrm>
              <a:prstGeom prst="roundRect">
                <a:avLst>
                  <a:gd name="adj" fmla="val 5925"/>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pic>
            <p:nvPicPr>
              <p:cNvPr id="1143" name="Google Shape;1143;p103"/>
              <p:cNvPicPr preferRelativeResize="0"/>
              <p:nvPr/>
            </p:nvPicPr>
            <p:blipFill rotWithShape="1">
              <a:blip r:embed="rId6">
                <a:alphaModFix/>
              </a:blip>
              <a:srcRect l="1923" r="1911"/>
              <a:stretch/>
            </p:blipFill>
            <p:spPr>
              <a:xfrm>
                <a:off x="3309151" y="255361"/>
                <a:ext cx="363742" cy="60762"/>
              </a:xfrm>
              <a:prstGeom prst="rect">
                <a:avLst/>
              </a:prstGeom>
              <a:noFill/>
              <a:ln>
                <a:noFill/>
              </a:ln>
            </p:spPr>
          </p:pic>
        </p:grpSp>
      </p:grpSp>
      <p:sp>
        <p:nvSpPr>
          <p:cNvPr id="1144" name="Google Shape;1144;p103"/>
          <p:cNvSpPr txBox="1">
            <a:spLocks noGrp="1"/>
          </p:cNvSpPr>
          <p:nvPr>
            <p:ph type="subTitle" idx="1"/>
          </p:nvPr>
        </p:nvSpPr>
        <p:spPr>
          <a:xfrm>
            <a:off x="594025" y="184700"/>
            <a:ext cx="3696300" cy="153900"/>
          </a:xfrm>
          <a:prstGeom prst="rect">
            <a:avLst/>
          </a:prstGeom>
        </p:spPr>
        <p:txBody>
          <a:bodyPr spcFirstLastPara="1" wrap="square" lIns="0" tIns="0" rIns="0" bIns="0" anchor="ctr" anchorCtr="0">
            <a:noAutofit/>
          </a:bodyPr>
          <a:lstStyle/>
          <a:p>
            <a:pPr marL="0" lvl="0" indent="0" algn="l" rtl="0">
              <a:lnSpc>
                <a:spcPct val="115000"/>
              </a:lnSpc>
              <a:spcBef>
                <a:spcPts val="0"/>
              </a:spcBef>
              <a:spcAft>
                <a:spcPts val="0"/>
              </a:spcAft>
              <a:buSzPts val="1000"/>
              <a:buNone/>
            </a:pPr>
            <a:r>
              <a:rPr lang="en" sz="1500"/>
              <a:t>FURTHER IMPROVEMENT</a:t>
            </a:r>
            <a:endParaRPr sz="1500"/>
          </a:p>
        </p:txBody>
      </p:sp>
      <p:sp>
        <p:nvSpPr>
          <p:cNvPr id="1145" name="Google Shape;1145;p103"/>
          <p:cNvSpPr txBox="1">
            <a:spLocks noGrp="1"/>
          </p:cNvSpPr>
          <p:nvPr>
            <p:ph type="title" idx="2"/>
          </p:nvPr>
        </p:nvSpPr>
        <p:spPr>
          <a:xfrm>
            <a:off x="0" y="1205096"/>
            <a:ext cx="9144000" cy="2424300"/>
          </a:xfrm>
          <a:prstGeom prst="rect">
            <a:avLst/>
          </a:prstGeom>
        </p:spPr>
        <p:txBody>
          <a:bodyPr spcFirstLastPara="1" wrap="square" lIns="252000" tIns="0" rIns="252000" bIns="108000" anchor="t" anchorCtr="0">
            <a:noAutofit/>
          </a:bodyPr>
          <a:lstStyle/>
          <a:p>
            <a:pPr marL="0" lvl="0" indent="0" algn="l" rtl="0">
              <a:lnSpc>
                <a:spcPct val="100000"/>
              </a:lnSpc>
              <a:spcBef>
                <a:spcPts val="0"/>
              </a:spcBef>
              <a:spcAft>
                <a:spcPts val="0"/>
              </a:spcAft>
              <a:buClr>
                <a:schemeClr val="dk1"/>
              </a:buClr>
              <a:buSzPts val="4400"/>
              <a:buFont typeface="Arial"/>
              <a:buNone/>
            </a:pPr>
            <a:r>
              <a:rPr lang="en"/>
              <a:t>This is the most performance we can squeeze out this </a:t>
            </a:r>
            <a:r>
              <a:rPr lang="en" i="1" u="sng"/>
              <a:t>singular</a:t>
            </a:r>
            <a:r>
              <a:rPr lang="en" u="sng"/>
              <a:t> </a:t>
            </a:r>
            <a:r>
              <a:rPr lang="en"/>
              <a:t>decision tree. We could also try different splitting criterion like Gini Impurity to see if it performs better. Instead, the method of improvement I chose to implement was…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104"/>
          <p:cNvSpPr/>
          <p:nvPr/>
        </p:nvSpPr>
        <p:spPr>
          <a:xfrm>
            <a:off x="52787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51" name="Google Shape;1151;p104"/>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52" name="Google Shape;1152;p104"/>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53" name="Google Shape;1153;p104"/>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54" name="Google Shape;1154;p104"/>
          <p:cNvSpPr txBox="1">
            <a:spLocks noGrp="1"/>
          </p:cNvSpPr>
          <p:nvPr>
            <p:ph type="subTitle" idx="2"/>
          </p:nvPr>
        </p:nvSpPr>
        <p:spPr>
          <a:xfrm>
            <a:off x="4228850" y="131800"/>
            <a:ext cx="1440000" cy="360000"/>
          </a:xfrm>
          <a:prstGeom prst="rect">
            <a:avLst/>
          </a:prstGeom>
        </p:spPr>
        <p:txBody>
          <a:bodyPr spcFirstLastPara="1" wrap="square" lIns="91425" tIns="0" rIns="91425" bIns="0" anchor="ctr" anchorCtr="0">
            <a:normAutofit/>
          </a:bodyPr>
          <a:lstStyle/>
          <a:p>
            <a:pPr marL="0" lvl="0" indent="0" algn="ctr" rtl="0">
              <a:lnSpc>
                <a:spcPct val="115000"/>
              </a:lnSpc>
              <a:spcBef>
                <a:spcPts val="0"/>
              </a:spcBef>
              <a:spcAft>
                <a:spcPts val="0"/>
              </a:spcAft>
              <a:buSzPts val="1200"/>
              <a:buNone/>
            </a:pPr>
            <a:r>
              <a:rPr lang="en" sz="1500" b="1"/>
              <a:t>MODEL #2</a:t>
            </a:r>
            <a:endParaRPr sz="1500" b="1"/>
          </a:p>
        </p:txBody>
      </p:sp>
      <p:sp>
        <p:nvSpPr>
          <p:cNvPr id="1155" name="Google Shape;1155;p104"/>
          <p:cNvSpPr txBox="1">
            <a:spLocks noGrp="1"/>
          </p:cNvSpPr>
          <p:nvPr>
            <p:ph type="title" idx="27"/>
          </p:nvPr>
        </p:nvSpPr>
        <p:spPr>
          <a:xfrm>
            <a:off x="593775" y="707062"/>
            <a:ext cx="7196400" cy="615900"/>
          </a:xfrm>
          <a:prstGeom prst="rect">
            <a:avLst/>
          </a:prstGeom>
        </p:spPr>
        <p:txBody>
          <a:bodyPr spcFirstLastPara="1" wrap="square" lIns="0" tIns="0" rIns="0" bIns="91425" anchor="t" anchorCtr="0">
            <a:noAutofit/>
          </a:bodyPr>
          <a:lstStyle/>
          <a:p>
            <a:pPr marL="0" lvl="0" indent="0" algn="l" rtl="0">
              <a:lnSpc>
                <a:spcPct val="100000"/>
              </a:lnSpc>
              <a:spcBef>
                <a:spcPts val="0"/>
              </a:spcBef>
              <a:spcAft>
                <a:spcPts val="0"/>
              </a:spcAft>
              <a:buSzPts val="4000"/>
              <a:buNone/>
            </a:pPr>
            <a:r>
              <a:rPr lang="en" b="1">
                <a:latin typeface="Neuton"/>
                <a:ea typeface="Neuton"/>
                <a:cs typeface="Neuton"/>
                <a:sym typeface="Neuton"/>
              </a:rPr>
              <a:t>Second Model: Random Forest</a:t>
            </a:r>
            <a:endParaRPr b="1">
              <a:latin typeface="Neuton"/>
              <a:ea typeface="Neuton"/>
              <a:cs typeface="Neuton"/>
              <a:sym typeface="Neuton"/>
            </a:endParaRPr>
          </a:p>
        </p:txBody>
      </p:sp>
      <p:sp>
        <p:nvSpPr>
          <p:cNvPr id="1156" name="Google Shape;1156;p104"/>
          <p:cNvSpPr/>
          <p:nvPr/>
        </p:nvSpPr>
        <p:spPr>
          <a:xfrm>
            <a:off x="216825" y="1417125"/>
            <a:ext cx="8572500" cy="3368700"/>
          </a:xfrm>
          <a:prstGeom prst="rect">
            <a:avLst/>
          </a:prstGeom>
          <a:solidFill>
            <a:srgbClr val="D6FC83"/>
          </a:solidFill>
          <a:ln w="9525" cap="flat" cmpd="sng">
            <a:solidFill>
              <a:srgbClr val="D6FC8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pic>
        <p:nvPicPr>
          <p:cNvPr id="1157" name="Google Shape;1157;p104"/>
          <p:cNvPicPr preferRelativeResize="0"/>
          <p:nvPr/>
        </p:nvPicPr>
        <p:blipFill>
          <a:blip r:embed="rId3">
            <a:alphaModFix/>
          </a:blip>
          <a:stretch>
            <a:fillRect/>
          </a:stretch>
        </p:blipFill>
        <p:spPr>
          <a:xfrm>
            <a:off x="6071850" y="1328248"/>
            <a:ext cx="2515151" cy="3546449"/>
          </a:xfrm>
          <a:prstGeom prst="rect">
            <a:avLst/>
          </a:prstGeom>
          <a:noFill/>
          <a:ln>
            <a:noFill/>
          </a:ln>
        </p:spPr>
      </p:pic>
      <p:sp>
        <p:nvSpPr>
          <p:cNvPr id="1158" name="Google Shape;1158;p104"/>
          <p:cNvSpPr txBox="1"/>
          <p:nvPr/>
        </p:nvSpPr>
        <p:spPr>
          <a:xfrm>
            <a:off x="326075" y="1613250"/>
            <a:ext cx="5586300" cy="298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dirty="0">
                <a:solidFill>
                  <a:schemeClr val="dk1"/>
                </a:solidFill>
                <a:latin typeface="Hanken Grotesk"/>
                <a:ea typeface="Hanken Grotesk"/>
                <a:cs typeface="Hanken Grotesk"/>
                <a:sym typeface="Hanken Grotesk"/>
              </a:rPr>
              <a:t>To improve performance further, I implemented a </a:t>
            </a:r>
            <a:r>
              <a:rPr lang="en" sz="1500" b="1" dirty="0">
                <a:solidFill>
                  <a:schemeClr val="dk1"/>
                </a:solidFill>
                <a:latin typeface="Hanken Grotesk"/>
                <a:ea typeface="Hanken Grotesk"/>
                <a:cs typeface="Hanken Grotesk"/>
                <a:sym typeface="Hanken Grotesk"/>
              </a:rPr>
              <a:t>Random Forest Classifier</a:t>
            </a:r>
            <a:r>
              <a:rPr lang="en" sz="1500" dirty="0">
                <a:solidFill>
                  <a:schemeClr val="dk1"/>
                </a:solidFill>
                <a:latin typeface="Hanken Grotesk"/>
                <a:ea typeface="Hanken Grotesk"/>
                <a:cs typeface="Hanken Grotesk"/>
                <a:sym typeface="Hanken Grotesk"/>
              </a:rPr>
              <a:t> using the previous decision tree as its base.</a:t>
            </a: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500" dirty="0">
                <a:solidFill>
                  <a:schemeClr val="dk1"/>
                </a:solidFill>
                <a:latin typeface="Hanken Grotesk"/>
                <a:ea typeface="Hanken Grotesk"/>
                <a:cs typeface="Hanken Grotesk"/>
                <a:sym typeface="Hanken Grotesk"/>
              </a:rPr>
              <a:t>This Random Forest ensemble method uses </a:t>
            </a:r>
            <a:r>
              <a:rPr lang="en" sz="1500" b="1" dirty="0">
                <a:solidFill>
                  <a:schemeClr val="dk1"/>
                </a:solidFill>
                <a:latin typeface="Hanken Grotesk"/>
                <a:ea typeface="Hanken Grotesk"/>
                <a:cs typeface="Hanken Grotesk"/>
                <a:sym typeface="Hanken Grotesk"/>
              </a:rPr>
              <a:t>Bootstrap Aggregating (Bagging)</a:t>
            </a:r>
            <a:r>
              <a:rPr lang="en" sz="1500" dirty="0">
                <a:solidFill>
                  <a:schemeClr val="dk1"/>
                </a:solidFill>
                <a:latin typeface="Hanken Grotesk"/>
                <a:ea typeface="Hanken Grotesk"/>
                <a:cs typeface="Hanken Grotesk"/>
                <a:sym typeface="Hanken Grotesk"/>
              </a:rPr>
              <a:t> to sample from the training set</a:t>
            </a:r>
            <a:r>
              <a:rPr lang="en" sz="1500" b="1" dirty="0">
                <a:solidFill>
                  <a:schemeClr val="dk1"/>
                </a:solidFill>
                <a:latin typeface="Hanken Grotesk"/>
                <a:ea typeface="Hanken Grotesk"/>
                <a:cs typeface="Hanken Grotesk"/>
                <a:sym typeface="Hanken Grotesk"/>
              </a:rPr>
              <a:t>.</a:t>
            </a:r>
            <a:endParaRPr sz="1500" b="1"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500" dirty="0">
                <a:solidFill>
                  <a:schemeClr val="dk1"/>
                </a:solidFill>
                <a:latin typeface="Hanken Grotesk"/>
                <a:ea typeface="Hanken Grotesk"/>
                <a:cs typeface="Hanken Grotesk"/>
                <a:sym typeface="Hanken Grotesk"/>
              </a:rPr>
              <a:t>This model has </a:t>
            </a:r>
            <a:r>
              <a:rPr lang="en" sz="1500" b="1" dirty="0">
                <a:solidFill>
                  <a:schemeClr val="dk1"/>
                </a:solidFill>
                <a:latin typeface="Hanken Grotesk"/>
                <a:ea typeface="Hanken Grotesk"/>
                <a:cs typeface="Hanken Grotesk"/>
                <a:sym typeface="Hanken Grotesk"/>
              </a:rPr>
              <a:t>2 additional parameters:</a:t>
            </a:r>
            <a:endParaRPr sz="1500" b="1"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b="1" dirty="0">
                <a:solidFill>
                  <a:schemeClr val="dk1"/>
                </a:solidFill>
                <a:latin typeface="Hanken Grotesk"/>
                <a:ea typeface="Hanken Grotesk"/>
                <a:cs typeface="Hanken Grotesk"/>
                <a:sym typeface="Hanken Grotesk"/>
              </a:rPr>
              <a:t>n_estimators:</a:t>
            </a:r>
            <a:r>
              <a:rPr lang="en" sz="1500" dirty="0">
                <a:solidFill>
                  <a:schemeClr val="dk1"/>
                </a:solidFill>
                <a:latin typeface="Hanken Grotesk"/>
                <a:ea typeface="Hanken Grotesk"/>
                <a:cs typeface="Hanken Grotesk"/>
                <a:sym typeface="Hanken Grotesk"/>
              </a:rPr>
              <a:t> The number of decision trees in the forest</a:t>
            </a: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b="1" dirty="0">
                <a:solidFill>
                  <a:schemeClr val="dk1"/>
                </a:solidFill>
                <a:latin typeface="Hanken Grotesk"/>
                <a:ea typeface="Hanken Grotesk"/>
                <a:cs typeface="Hanken Grotesk"/>
                <a:sym typeface="Hanken Grotesk"/>
              </a:rPr>
              <a:t>random_state:</a:t>
            </a:r>
            <a:r>
              <a:rPr lang="en" sz="1500" dirty="0">
                <a:solidFill>
                  <a:schemeClr val="dk1"/>
                </a:solidFill>
                <a:latin typeface="Hanken Grotesk"/>
                <a:ea typeface="Hanken Grotesk"/>
                <a:cs typeface="Hanken Grotesk"/>
                <a:sym typeface="Hanken Grotesk"/>
              </a:rPr>
              <a:t> The random state seed for bagging to get reproducible results during testing</a:t>
            </a: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105"/>
          <p:cNvSpPr/>
          <p:nvPr/>
        </p:nvSpPr>
        <p:spPr>
          <a:xfrm>
            <a:off x="52787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64" name="Google Shape;1164;p105"/>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65" name="Google Shape;1165;p105"/>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66" name="Google Shape;1166;p105"/>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67" name="Google Shape;1167;p105"/>
          <p:cNvSpPr txBox="1">
            <a:spLocks noGrp="1"/>
          </p:cNvSpPr>
          <p:nvPr>
            <p:ph type="subTitle" idx="2"/>
          </p:nvPr>
        </p:nvSpPr>
        <p:spPr>
          <a:xfrm>
            <a:off x="4228850" y="131800"/>
            <a:ext cx="1440000" cy="360000"/>
          </a:xfrm>
          <a:prstGeom prst="rect">
            <a:avLst/>
          </a:prstGeom>
        </p:spPr>
        <p:txBody>
          <a:bodyPr spcFirstLastPara="1" wrap="square" lIns="91425" tIns="0" rIns="91425" bIns="0" anchor="ctr" anchorCtr="0">
            <a:normAutofit/>
          </a:bodyPr>
          <a:lstStyle/>
          <a:p>
            <a:pPr marL="0" lvl="0" indent="0" algn="ctr" rtl="0">
              <a:lnSpc>
                <a:spcPct val="115000"/>
              </a:lnSpc>
              <a:spcBef>
                <a:spcPts val="0"/>
              </a:spcBef>
              <a:spcAft>
                <a:spcPts val="0"/>
              </a:spcAft>
              <a:buSzPts val="1200"/>
              <a:buNone/>
            </a:pPr>
            <a:r>
              <a:rPr lang="en" sz="1500" b="1"/>
              <a:t>MODEL #2</a:t>
            </a:r>
            <a:endParaRPr sz="1500" b="1"/>
          </a:p>
        </p:txBody>
      </p:sp>
      <p:sp>
        <p:nvSpPr>
          <p:cNvPr id="1168" name="Google Shape;1168;p105"/>
          <p:cNvSpPr txBox="1">
            <a:spLocks noGrp="1"/>
          </p:cNvSpPr>
          <p:nvPr>
            <p:ph type="title" idx="27"/>
          </p:nvPr>
        </p:nvSpPr>
        <p:spPr>
          <a:xfrm>
            <a:off x="351825" y="707050"/>
            <a:ext cx="8437500" cy="615900"/>
          </a:xfrm>
          <a:prstGeom prst="rect">
            <a:avLst/>
          </a:prstGeom>
        </p:spPr>
        <p:txBody>
          <a:bodyPr spcFirstLastPara="1" wrap="square" lIns="0" tIns="0" rIns="0" bIns="91425" anchor="t" anchorCtr="0">
            <a:noAutofit/>
          </a:bodyPr>
          <a:lstStyle/>
          <a:p>
            <a:pPr marL="0" lvl="0" indent="0" algn="l" rtl="0">
              <a:lnSpc>
                <a:spcPct val="100000"/>
              </a:lnSpc>
              <a:spcBef>
                <a:spcPts val="0"/>
              </a:spcBef>
              <a:spcAft>
                <a:spcPts val="0"/>
              </a:spcAft>
              <a:buSzPts val="4000"/>
              <a:buNone/>
            </a:pPr>
            <a:r>
              <a:rPr lang="en" b="1" dirty="0">
                <a:latin typeface="Neuton"/>
                <a:ea typeface="Neuton"/>
                <a:cs typeface="Neuton"/>
                <a:sym typeface="Neuton"/>
              </a:rPr>
              <a:t>Random Forest: Results + Improvement</a:t>
            </a:r>
            <a:endParaRPr b="1" dirty="0">
              <a:latin typeface="Neuton"/>
              <a:ea typeface="Neuton"/>
              <a:cs typeface="Neuton"/>
              <a:sym typeface="Neuton"/>
            </a:endParaRPr>
          </a:p>
        </p:txBody>
      </p:sp>
      <p:sp>
        <p:nvSpPr>
          <p:cNvPr id="1169" name="Google Shape;1169;p105"/>
          <p:cNvSpPr/>
          <p:nvPr/>
        </p:nvSpPr>
        <p:spPr>
          <a:xfrm>
            <a:off x="216825" y="1417125"/>
            <a:ext cx="8572500" cy="3368700"/>
          </a:xfrm>
          <a:prstGeom prst="rect">
            <a:avLst/>
          </a:prstGeom>
          <a:solidFill>
            <a:srgbClr val="D6FC83"/>
          </a:solidFill>
          <a:ln w="9525" cap="flat" cmpd="sng">
            <a:solidFill>
              <a:srgbClr val="D6FC8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170" name="Google Shape;1170;p105"/>
          <p:cNvSpPr txBox="1"/>
          <p:nvPr/>
        </p:nvSpPr>
        <p:spPr>
          <a:xfrm>
            <a:off x="351825" y="1484500"/>
            <a:ext cx="3876900" cy="365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dirty="0">
                <a:solidFill>
                  <a:schemeClr val="dk1"/>
                </a:solidFill>
                <a:latin typeface="Hanken Grotesk"/>
                <a:ea typeface="Hanken Grotesk"/>
                <a:cs typeface="Hanken Grotesk"/>
                <a:sym typeface="Hanken Grotesk"/>
              </a:rPr>
              <a:t>Base model parameters:</a:t>
            </a:r>
            <a:r>
              <a:rPr lang="en" sz="1500" dirty="0">
                <a:solidFill>
                  <a:schemeClr val="dk1"/>
                </a:solidFill>
                <a:latin typeface="Hanken Grotesk"/>
                <a:ea typeface="Hanken Grotesk"/>
                <a:cs typeface="Hanken Grotesk"/>
                <a:sym typeface="Hanken Grotesk"/>
              </a:rPr>
              <a:t> min_samples=2, max_depth=13, n_estimators=10, random_state=42</a:t>
            </a: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dirty="0">
                <a:solidFill>
                  <a:schemeClr val="dk1"/>
                </a:solidFill>
                <a:latin typeface="Hanken Grotesk"/>
                <a:ea typeface="Hanken Grotesk"/>
                <a:cs typeface="Hanken Grotesk"/>
                <a:sym typeface="Hanken Grotesk"/>
              </a:rPr>
              <a:t>Training Accuracy = 98.6%</a:t>
            </a: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dirty="0">
                <a:solidFill>
                  <a:schemeClr val="dk1"/>
                </a:solidFill>
                <a:latin typeface="Hanken Grotesk"/>
                <a:ea typeface="Hanken Grotesk"/>
                <a:cs typeface="Hanken Grotesk"/>
                <a:sym typeface="Hanken Grotesk"/>
              </a:rPr>
              <a:t>Testing Accuracy = 86.5%</a:t>
            </a: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500" dirty="0">
                <a:solidFill>
                  <a:schemeClr val="dk1"/>
                </a:solidFill>
                <a:latin typeface="Hanken Grotesk"/>
                <a:ea typeface="Hanken Grotesk"/>
                <a:cs typeface="Hanken Grotesk"/>
                <a:sym typeface="Hanken Grotesk"/>
              </a:rPr>
              <a:t>The ideal n_estimator value was found to be 200.</a:t>
            </a: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endParaRPr sz="1500" dirty="0">
              <a:solidFill>
                <a:schemeClr val="dk1"/>
              </a:solidFill>
              <a:latin typeface="Hanken Grotesk"/>
              <a:ea typeface="Hanken Grotesk"/>
              <a:cs typeface="Hanken Grotesk"/>
              <a:sym typeface="Hanken Grotesk"/>
            </a:endParaRPr>
          </a:p>
          <a:p>
            <a:pPr marL="0" lvl="0" indent="0" algn="l" rtl="0">
              <a:spcBef>
                <a:spcPts val="0"/>
              </a:spcBef>
              <a:spcAft>
                <a:spcPts val="0"/>
              </a:spcAft>
              <a:buNone/>
            </a:pPr>
            <a:r>
              <a:rPr lang="en" sz="1500" b="1" dirty="0">
                <a:solidFill>
                  <a:schemeClr val="dk1"/>
                </a:solidFill>
                <a:latin typeface="Hanken Grotesk"/>
                <a:ea typeface="Hanken Grotesk"/>
                <a:cs typeface="Hanken Grotesk"/>
                <a:sym typeface="Hanken Grotesk"/>
              </a:rPr>
              <a:t>Updated model parameters: </a:t>
            </a:r>
            <a:r>
              <a:rPr lang="en" sz="1500" dirty="0">
                <a:solidFill>
                  <a:schemeClr val="dk1"/>
                </a:solidFill>
                <a:latin typeface="Hanken Grotesk"/>
                <a:ea typeface="Hanken Grotesk"/>
                <a:cs typeface="Hanken Grotesk"/>
                <a:sym typeface="Hanken Grotesk"/>
              </a:rPr>
              <a:t>min_samples=2, max_depth=13, n_estimators=200, random_state=42</a:t>
            </a: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dirty="0">
                <a:solidFill>
                  <a:schemeClr val="dk1"/>
                </a:solidFill>
                <a:latin typeface="Hanken Grotesk"/>
                <a:ea typeface="Hanken Grotesk"/>
                <a:cs typeface="Hanken Grotesk"/>
                <a:sym typeface="Hanken Grotesk"/>
              </a:rPr>
              <a:t>Training Accuracy = 99.8%</a:t>
            </a:r>
            <a:endParaRPr sz="1500" dirty="0">
              <a:solidFill>
                <a:schemeClr val="dk1"/>
              </a:solidFill>
              <a:latin typeface="Hanken Grotesk"/>
              <a:ea typeface="Hanken Grotesk"/>
              <a:cs typeface="Hanken Grotesk"/>
              <a:sym typeface="Hanken Grotesk"/>
            </a:endParaRPr>
          </a:p>
          <a:p>
            <a:pPr marL="457200" lvl="0" indent="-323850" algn="l" rtl="0">
              <a:spcBef>
                <a:spcPts val="0"/>
              </a:spcBef>
              <a:spcAft>
                <a:spcPts val="0"/>
              </a:spcAft>
              <a:buClr>
                <a:schemeClr val="dk1"/>
              </a:buClr>
              <a:buSzPts val="1500"/>
              <a:buFont typeface="Hanken Grotesk"/>
              <a:buChar char="●"/>
            </a:pPr>
            <a:r>
              <a:rPr lang="en" sz="1500" dirty="0">
                <a:solidFill>
                  <a:schemeClr val="dk1"/>
                </a:solidFill>
                <a:latin typeface="Hanken Grotesk"/>
                <a:ea typeface="Hanken Grotesk"/>
                <a:cs typeface="Hanken Grotesk"/>
                <a:sym typeface="Hanken Grotesk"/>
              </a:rPr>
              <a:t>Testing Accuracy = 89.2%</a:t>
            </a:r>
            <a:endParaRPr sz="1500" dirty="0">
              <a:solidFill>
                <a:schemeClr val="dk1"/>
              </a:solidFill>
              <a:latin typeface="Hanken Grotesk"/>
              <a:ea typeface="Hanken Grotesk"/>
              <a:cs typeface="Hanken Grotesk"/>
              <a:sym typeface="Hanken Grotesk"/>
            </a:endParaRPr>
          </a:p>
        </p:txBody>
      </p:sp>
      <p:pic>
        <p:nvPicPr>
          <p:cNvPr id="1171" name="Google Shape;1171;p105" title="d640bb8d-5e38-496b-8ea9-e33d60f30d21.png"/>
          <p:cNvPicPr preferRelativeResize="0"/>
          <p:nvPr/>
        </p:nvPicPr>
        <p:blipFill>
          <a:blip r:embed="rId3">
            <a:alphaModFix/>
          </a:blip>
          <a:stretch>
            <a:fillRect/>
          </a:stretch>
        </p:blipFill>
        <p:spPr>
          <a:xfrm>
            <a:off x="4327109" y="1538203"/>
            <a:ext cx="4462213" cy="3315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5"/>
        <p:cNvGrpSpPr/>
        <p:nvPr/>
      </p:nvGrpSpPr>
      <p:grpSpPr>
        <a:xfrm>
          <a:off x="0" y="0"/>
          <a:ext cx="0" cy="0"/>
          <a:chOff x="0" y="0"/>
          <a:chExt cx="0" cy="0"/>
        </a:xfrm>
      </p:grpSpPr>
      <p:sp>
        <p:nvSpPr>
          <p:cNvPr id="1176" name="Google Shape;1176;p106"/>
          <p:cNvSpPr/>
          <p:nvPr/>
        </p:nvSpPr>
        <p:spPr>
          <a:xfrm>
            <a:off x="52787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77" name="Google Shape;1177;p106"/>
          <p:cNvSpPr/>
          <p:nvPr/>
        </p:nvSpPr>
        <p:spPr>
          <a:xfrm>
            <a:off x="3825863"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78" name="Google Shape;1178;p106"/>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79" name="Google Shape;1179;p106"/>
          <p:cNvSpPr/>
          <p:nvPr/>
        </p:nvSpPr>
        <p:spPr>
          <a:xfrm>
            <a:off x="2380538"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180" name="Google Shape;1180;p106"/>
          <p:cNvSpPr txBox="1">
            <a:spLocks noGrp="1"/>
          </p:cNvSpPr>
          <p:nvPr>
            <p:ph type="title" idx="5"/>
          </p:nvPr>
        </p:nvSpPr>
        <p:spPr>
          <a:xfrm>
            <a:off x="596525" y="753313"/>
            <a:ext cx="7062000" cy="615900"/>
          </a:xfrm>
          <a:prstGeom prst="rect">
            <a:avLst/>
          </a:prstGeom>
        </p:spPr>
        <p:txBody>
          <a:bodyPr spcFirstLastPara="1" wrap="square" lIns="91425" tIns="0" rIns="91425" bIns="91425" anchor="t" anchorCtr="0">
            <a:noAutofit/>
          </a:bodyPr>
          <a:lstStyle/>
          <a:p>
            <a:pPr marL="0" lvl="0" indent="0" algn="l" rtl="0">
              <a:lnSpc>
                <a:spcPct val="100000"/>
              </a:lnSpc>
              <a:spcBef>
                <a:spcPts val="0"/>
              </a:spcBef>
              <a:spcAft>
                <a:spcPts val="0"/>
              </a:spcAft>
              <a:buSzPts val="2800"/>
              <a:buNone/>
            </a:pPr>
            <a:r>
              <a:rPr lang="en" b="1">
                <a:latin typeface="Neuton"/>
                <a:ea typeface="Neuton"/>
                <a:cs typeface="Neuton"/>
                <a:sym typeface="Neuton"/>
              </a:rPr>
              <a:t>In Comparison</a:t>
            </a:r>
            <a:endParaRPr b="1">
              <a:latin typeface="Neuton"/>
              <a:ea typeface="Neuton"/>
              <a:cs typeface="Neuton"/>
              <a:sym typeface="Neuton"/>
            </a:endParaRPr>
          </a:p>
        </p:txBody>
      </p:sp>
      <p:sp>
        <p:nvSpPr>
          <p:cNvPr id="1181" name="Google Shape;1181;p106"/>
          <p:cNvSpPr txBox="1">
            <a:spLocks noGrp="1"/>
          </p:cNvSpPr>
          <p:nvPr>
            <p:ph type="title" idx="4"/>
          </p:nvPr>
        </p:nvSpPr>
        <p:spPr>
          <a:xfrm>
            <a:off x="2777959" y="131799"/>
            <a:ext cx="1440000" cy="360000"/>
          </a:xfrm>
          <a:prstGeom prst="rect">
            <a:avLst/>
          </a:prstGeom>
        </p:spPr>
        <p:txBody>
          <a:bodyPr spcFirstLastPara="1" wrap="square" lIns="91425" tIns="0" rIns="91425" bIns="0" anchor="ctr" anchorCtr="0">
            <a:normAutofit/>
          </a:bodyPr>
          <a:lstStyle/>
          <a:p>
            <a:pPr marL="0" lvl="0" indent="0" algn="ctr" rtl="0">
              <a:lnSpc>
                <a:spcPct val="100000"/>
              </a:lnSpc>
              <a:spcBef>
                <a:spcPts val="0"/>
              </a:spcBef>
              <a:spcAft>
                <a:spcPts val="0"/>
              </a:spcAft>
              <a:buSzPts val="1200"/>
              <a:buNone/>
            </a:pPr>
            <a:r>
              <a:rPr lang="en" sz="1500" b="1"/>
              <a:t>COMPARISON</a:t>
            </a:r>
            <a:endParaRPr sz="1500" b="1"/>
          </a:p>
        </p:txBody>
      </p:sp>
      <p:sp>
        <p:nvSpPr>
          <p:cNvPr id="1182" name="Google Shape;1182;p106"/>
          <p:cNvSpPr txBox="1">
            <a:spLocks noGrp="1"/>
          </p:cNvSpPr>
          <p:nvPr>
            <p:ph type="subTitle" idx="1"/>
          </p:nvPr>
        </p:nvSpPr>
        <p:spPr>
          <a:xfrm>
            <a:off x="1950863" y="1989950"/>
            <a:ext cx="1771200" cy="396000"/>
          </a:xfrm>
          <a:prstGeom prst="rect">
            <a:avLst/>
          </a:prstGeom>
        </p:spPr>
        <p:txBody>
          <a:bodyPr spcFirstLastPara="1" wrap="square" lIns="180000" tIns="90000" rIns="0" bIns="90000" anchor="t" anchorCtr="0">
            <a:normAutofit/>
          </a:bodyPr>
          <a:lstStyle/>
          <a:p>
            <a:pPr marL="0" lvl="0" indent="0" algn="l" rtl="0">
              <a:spcBef>
                <a:spcPts val="0"/>
              </a:spcBef>
              <a:spcAft>
                <a:spcPts val="0"/>
              </a:spcAft>
              <a:buNone/>
            </a:pPr>
            <a:r>
              <a:rPr lang="en"/>
              <a:t>KNN (k=3)</a:t>
            </a:r>
            <a:endParaRPr/>
          </a:p>
        </p:txBody>
      </p:sp>
      <p:sp>
        <p:nvSpPr>
          <p:cNvPr id="1183" name="Google Shape;1183;p106"/>
          <p:cNvSpPr txBox="1">
            <a:spLocks noGrp="1"/>
          </p:cNvSpPr>
          <p:nvPr>
            <p:ph type="subTitle" idx="6"/>
          </p:nvPr>
        </p:nvSpPr>
        <p:spPr>
          <a:xfrm>
            <a:off x="3726825" y="1888454"/>
            <a:ext cx="1771200" cy="615900"/>
          </a:xfrm>
          <a:prstGeom prst="rect">
            <a:avLst/>
          </a:prstGeom>
        </p:spPr>
        <p:txBody>
          <a:bodyPr spcFirstLastPara="1" wrap="square" lIns="180000" tIns="90000" rIns="0" bIns="90000" anchor="t" anchorCtr="0">
            <a:normAutofit lnSpcReduction="20000"/>
          </a:bodyPr>
          <a:lstStyle/>
          <a:p>
            <a:pPr marL="0" lvl="0" indent="0" algn="l" rtl="0">
              <a:spcBef>
                <a:spcPts val="0"/>
              </a:spcBef>
              <a:spcAft>
                <a:spcPts val="0"/>
              </a:spcAft>
              <a:buNone/>
            </a:pPr>
            <a:r>
              <a:rPr lang="en"/>
              <a:t>Support Vector Classifier</a:t>
            </a:r>
            <a:endParaRPr/>
          </a:p>
        </p:txBody>
      </p:sp>
      <p:sp>
        <p:nvSpPr>
          <p:cNvPr id="1184" name="Google Shape;1184;p106"/>
          <p:cNvSpPr txBox="1">
            <a:spLocks noGrp="1"/>
          </p:cNvSpPr>
          <p:nvPr>
            <p:ph type="subTitle" idx="7"/>
          </p:nvPr>
        </p:nvSpPr>
        <p:spPr>
          <a:xfrm>
            <a:off x="5503900" y="1989950"/>
            <a:ext cx="1771200" cy="396000"/>
          </a:xfrm>
          <a:prstGeom prst="rect">
            <a:avLst/>
          </a:prstGeom>
        </p:spPr>
        <p:txBody>
          <a:bodyPr spcFirstLastPara="1" wrap="square" lIns="180000" tIns="90000" rIns="0" bIns="90000" anchor="t" anchorCtr="0">
            <a:normAutofit/>
          </a:bodyPr>
          <a:lstStyle/>
          <a:p>
            <a:pPr marL="0" lvl="0" indent="0" algn="l" rtl="0">
              <a:spcBef>
                <a:spcPts val="0"/>
              </a:spcBef>
              <a:spcAft>
                <a:spcPts val="0"/>
              </a:spcAft>
              <a:buNone/>
            </a:pPr>
            <a:r>
              <a:rPr lang="en"/>
              <a:t>Logistic Regression</a:t>
            </a:r>
            <a:endParaRPr/>
          </a:p>
        </p:txBody>
      </p:sp>
      <p:sp>
        <p:nvSpPr>
          <p:cNvPr id="1185" name="Google Shape;1185;p106"/>
          <p:cNvSpPr txBox="1">
            <a:spLocks noGrp="1"/>
          </p:cNvSpPr>
          <p:nvPr>
            <p:ph type="subTitle" idx="8"/>
          </p:nvPr>
        </p:nvSpPr>
        <p:spPr>
          <a:xfrm>
            <a:off x="7282625" y="1770052"/>
            <a:ext cx="1771200" cy="615900"/>
          </a:xfrm>
          <a:prstGeom prst="rect">
            <a:avLst/>
          </a:prstGeom>
        </p:spPr>
        <p:txBody>
          <a:bodyPr spcFirstLastPara="1" wrap="square" lIns="180000" tIns="90000" rIns="0" bIns="90000" anchor="t" anchorCtr="0">
            <a:normAutofit lnSpcReduction="20000"/>
          </a:bodyPr>
          <a:lstStyle/>
          <a:p>
            <a:pPr marL="0" lvl="0" indent="0" algn="l" rtl="0">
              <a:spcBef>
                <a:spcPts val="0"/>
              </a:spcBef>
              <a:spcAft>
                <a:spcPts val="0"/>
              </a:spcAft>
              <a:buNone/>
            </a:pPr>
            <a:r>
              <a:rPr lang="en"/>
              <a:t>Random Forest (n_estimators=200)</a:t>
            </a:r>
            <a:endParaRPr/>
          </a:p>
        </p:txBody>
      </p:sp>
      <p:sp>
        <p:nvSpPr>
          <p:cNvPr id="1186" name="Google Shape;1186;p106"/>
          <p:cNvSpPr txBox="1">
            <a:spLocks noGrp="1"/>
          </p:cNvSpPr>
          <p:nvPr>
            <p:ph type="subTitle" idx="15"/>
          </p:nvPr>
        </p:nvSpPr>
        <p:spPr>
          <a:xfrm>
            <a:off x="349366" y="3024000"/>
            <a:ext cx="1339200" cy="154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1500" b="1"/>
              <a:t>Testing</a:t>
            </a:r>
            <a:endParaRPr sz="1500" b="1"/>
          </a:p>
        </p:txBody>
      </p:sp>
      <p:sp>
        <p:nvSpPr>
          <p:cNvPr id="1187" name="Google Shape;1187;p106"/>
          <p:cNvSpPr txBox="1">
            <a:spLocks noGrp="1"/>
          </p:cNvSpPr>
          <p:nvPr>
            <p:ph type="subTitle" idx="16"/>
          </p:nvPr>
        </p:nvSpPr>
        <p:spPr>
          <a:xfrm>
            <a:off x="337750" y="2534400"/>
            <a:ext cx="1339200" cy="154800"/>
          </a:xfrm>
          <a:prstGeom prst="rect">
            <a:avLst/>
          </a:prstGeom>
        </p:spPr>
        <p:txBody>
          <a:bodyPr spcFirstLastPara="1" wrap="square" lIns="0" tIns="0" rIns="0" bIns="0" anchor="t" anchorCtr="0">
            <a:noAutofit/>
          </a:bodyPr>
          <a:lstStyle/>
          <a:p>
            <a:pPr marL="0" lvl="0" indent="0" algn="ctr" rtl="0">
              <a:spcBef>
                <a:spcPts val="0"/>
              </a:spcBef>
              <a:spcAft>
                <a:spcPts val="0"/>
              </a:spcAft>
              <a:buNone/>
            </a:pPr>
            <a:r>
              <a:rPr lang="en" sz="1500" b="1"/>
              <a:t>Training </a:t>
            </a:r>
            <a:endParaRPr sz="1500" b="1"/>
          </a:p>
        </p:txBody>
      </p:sp>
      <p:sp>
        <p:nvSpPr>
          <p:cNvPr id="1188" name="Google Shape;1188;p106"/>
          <p:cNvSpPr txBox="1">
            <a:spLocks noGrp="1"/>
          </p:cNvSpPr>
          <p:nvPr>
            <p:ph type="body" idx="20"/>
          </p:nvPr>
        </p:nvSpPr>
        <p:spPr>
          <a:xfrm>
            <a:off x="7279013" y="3023838"/>
            <a:ext cx="1771200" cy="321300"/>
          </a:xfrm>
          <a:prstGeom prst="rect">
            <a:avLst/>
          </a:prstGeom>
        </p:spPr>
        <p:txBody>
          <a:bodyPr spcFirstLastPara="1" wrap="square" lIns="180000" tIns="0" rIns="0" bIns="180000" anchor="t" anchorCtr="0">
            <a:noAutofit/>
          </a:bodyPr>
          <a:lstStyle/>
          <a:p>
            <a:pPr marL="0" lvl="0" indent="0" algn="l" rtl="0">
              <a:spcBef>
                <a:spcPts val="0"/>
              </a:spcBef>
              <a:spcAft>
                <a:spcPts val="0"/>
              </a:spcAft>
              <a:buNone/>
            </a:pPr>
            <a:r>
              <a:rPr lang="en" sz="1500"/>
              <a:t>89.2%</a:t>
            </a:r>
            <a:endParaRPr sz="1500"/>
          </a:p>
        </p:txBody>
      </p:sp>
      <p:sp>
        <p:nvSpPr>
          <p:cNvPr id="1189" name="Google Shape;1189;p106"/>
          <p:cNvSpPr txBox="1">
            <a:spLocks noGrp="1"/>
          </p:cNvSpPr>
          <p:nvPr>
            <p:ph type="body" idx="21"/>
          </p:nvPr>
        </p:nvSpPr>
        <p:spPr>
          <a:xfrm>
            <a:off x="7279013" y="2534538"/>
            <a:ext cx="1771200" cy="321300"/>
          </a:xfrm>
          <a:prstGeom prst="rect">
            <a:avLst/>
          </a:prstGeom>
        </p:spPr>
        <p:txBody>
          <a:bodyPr spcFirstLastPara="1" wrap="square" lIns="180000" tIns="0" rIns="0" bIns="180000" anchor="t" anchorCtr="0">
            <a:noAutofit/>
          </a:bodyPr>
          <a:lstStyle/>
          <a:p>
            <a:pPr marL="0" lvl="0" indent="0" algn="l" rtl="0">
              <a:spcBef>
                <a:spcPts val="0"/>
              </a:spcBef>
              <a:spcAft>
                <a:spcPts val="0"/>
              </a:spcAft>
              <a:buNone/>
            </a:pPr>
            <a:r>
              <a:rPr lang="en" sz="1500"/>
              <a:t>99.8%</a:t>
            </a:r>
            <a:endParaRPr sz="1500"/>
          </a:p>
        </p:txBody>
      </p:sp>
      <p:sp>
        <p:nvSpPr>
          <p:cNvPr id="1190" name="Google Shape;1190;p106"/>
          <p:cNvSpPr txBox="1">
            <a:spLocks noGrp="1"/>
          </p:cNvSpPr>
          <p:nvPr>
            <p:ph type="body" idx="25"/>
          </p:nvPr>
        </p:nvSpPr>
        <p:spPr>
          <a:xfrm>
            <a:off x="5503913" y="3023838"/>
            <a:ext cx="1771200" cy="321300"/>
          </a:xfrm>
          <a:prstGeom prst="rect">
            <a:avLst/>
          </a:prstGeom>
        </p:spPr>
        <p:txBody>
          <a:bodyPr spcFirstLastPara="1" wrap="square" lIns="180000" tIns="0" rIns="0" bIns="180000" anchor="t" anchorCtr="0">
            <a:noAutofit/>
          </a:bodyPr>
          <a:lstStyle/>
          <a:p>
            <a:pPr marL="0" lvl="0" indent="0" algn="l" rtl="0">
              <a:spcBef>
                <a:spcPts val="0"/>
              </a:spcBef>
              <a:spcAft>
                <a:spcPts val="0"/>
              </a:spcAft>
              <a:buNone/>
            </a:pPr>
            <a:r>
              <a:rPr lang="en" sz="1500"/>
              <a:t>68.0%</a:t>
            </a:r>
            <a:endParaRPr sz="1500"/>
          </a:p>
        </p:txBody>
      </p:sp>
      <p:sp>
        <p:nvSpPr>
          <p:cNvPr id="1191" name="Google Shape;1191;p106"/>
          <p:cNvSpPr txBox="1">
            <a:spLocks noGrp="1"/>
          </p:cNvSpPr>
          <p:nvPr>
            <p:ph type="body" idx="26"/>
          </p:nvPr>
        </p:nvSpPr>
        <p:spPr>
          <a:xfrm>
            <a:off x="5503913" y="2534538"/>
            <a:ext cx="1771200" cy="321300"/>
          </a:xfrm>
          <a:prstGeom prst="rect">
            <a:avLst/>
          </a:prstGeom>
        </p:spPr>
        <p:txBody>
          <a:bodyPr spcFirstLastPara="1" wrap="square" lIns="180000" tIns="0" rIns="0" bIns="180000" anchor="t" anchorCtr="0">
            <a:noAutofit/>
          </a:bodyPr>
          <a:lstStyle/>
          <a:p>
            <a:pPr marL="0" lvl="0" indent="0" algn="l" rtl="0">
              <a:spcBef>
                <a:spcPts val="0"/>
              </a:spcBef>
              <a:spcAft>
                <a:spcPts val="0"/>
              </a:spcAft>
              <a:buNone/>
            </a:pPr>
            <a:r>
              <a:rPr lang="en" sz="1500"/>
              <a:t>65.5%</a:t>
            </a:r>
            <a:endParaRPr sz="1500"/>
          </a:p>
        </p:txBody>
      </p:sp>
      <p:sp>
        <p:nvSpPr>
          <p:cNvPr id="1192" name="Google Shape;1192;p106"/>
          <p:cNvSpPr txBox="1">
            <a:spLocks noGrp="1"/>
          </p:cNvSpPr>
          <p:nvPr>
            <p:ph type="body" idx="30"/>
          </p:nvPr>
        </p:nvSpPr>
        <p:spPr>
          <a:xfrm>
            <a:off x="3722638" y="3023838"/>
            <a:ext cx="1771200" cy="321300"/>
          </a:xfrm>
          <a:prstGeom prst="rect">
            <a:avLst/>
          </a:prstGeom>
        </p:spPr>
        <p:txBody>
          <a:bodyPr spcFirstLastPara="1" wrap="square" lIns="180000" tIns="0" rIns="0" bIns="180000" anchor="t" anchorCtr="0">
            <a:noAutofit/>
          </a:bodyPr>
          <a:lstStyle/>
          <a:p>
            <a:pPr marL="0" lvl="0" indent="0" algn="l" rtl="0">
              <a:spcBef>
                <a:spcPts val="0"/>
              </a:spcBef>
              <a:spcAft>
                <a:spcPts val="0"/>
              </a:spcAft>
              <a:buNone/>
            </a:pPr>
            <a:r>
              <a:rPr lang="en" sz="1500"/>
              <a:t>72.9%</a:t>
            </a:r>
            <a:endParaRPr sz="1500"/>
          </a:p>
        </p:txBody>
      </p:sp>
      <p:sp>
        <p:nvSpPr>
          <p:cNvPr id="1193" name="Google Shape;1193;p106"/>
          <p:cNvSpPr txBox="1">
            <a:spLocks noGrp="1"/>
          </p:cNvSpPr>
          <p:nvPr>
            <p:ph type="body" idx="31"/>
          </p:nvPr>
        </p:nvSpPr>
        <p:spPr>
          <a:xfrm>
            <a:off x="3722638" y="2534538"/>
            <a:ext cx="1771200" cy="321300"/>
          </a:xfrm>
          <a:prstGeom prst="rect">
            <a:avLst/>
          </a:prstGeom>
        </p:spPr>
        <p:txBody>
          <a:bodyPr spcFirstLastPara="1" wrap="square" lIns="180000" tIns="0" rIns="0" bIns="180000" anchor="t" anchorCtr="0">
            <a:noAutofit/>
          </a:bodyPr>
          <a:lstStyle/>
          <a:p>
            <a:pPr marL="0" lvl="0" indent="0" algn="l" rtl="0">
              <a:spcBef>
                <a:spcPts val="0"/>
              </a:spcBef>
              <a:spcAft>
                <a:spcPts val="0"/>
              </a:spcAft>
              <a:buNone/>
            </a:pPr>
            <a:r>
              <a:rPr lang="en" sz="1500"/>
              <a:t>77.8%</a:t>
            </a:r>
            <a:endParaRPr sz="1500"/>
          </a:p>
        </p:txBody>
      </p:sp>
      <p:sp>
        <p:nvSpPr>
          <p:cNvPr id="1194" name="Google Shape;1194;p106"/>
          <p:cNvSpPr txBox="1">
            <a:spLocks noGrp="1"/>
          </p:cNvSpPr>
          <p:nvPr>
            <p:ph type="body" idx="35"/>
          </p:nvPr>
        </p:nvSpPr>
        <p:spPr>
          <a:xfrm>
            <a:off x="1941375" y="3023838"/>
            <a:ext cx="1771200" cy="321300"/>
          </a:xfrm>
          <a:prstGeom prst="rect">
            <a:avLst/>
          </a:prstGeom>
        </p:spPr>
        <p:txBody>
          <a:bodyPr spcFirstLastPara="1" wrap="square" lIns="180000" tIns="0" rIns="0" bIns="180000" anchor="t" anchorCtr="0">
            <a:noAutofit/>
          </a:bodyPr>
          <a:lstStyle/>
          <a:p>
            <a:pPr marL="0" lvl="0" indent="0" algn="l" rtl="0">
              <a:spcBef>
                <a:spcPts val="0"/>
              </a:spcBef>
              <a:spcAft>
                <a:spcPts val="0"/>
              </a:spcAft>
              <a:buNone/>
            </a:pPr>
            <a:r>
              <a:rPr lang="en" sz="1500"/>
              <a:t>84.9%</a:t>
            </a:r>
            <a:endParaRPr sz="1500"/>
          </a:p>
        </p:txBody>
      </p:sp>
      <p:sp>
        <p:nvSpPr>
          <p:cNvPr id="1195" name="Google Shape;1195;p106"/>
          <p:cNvSpPr txBox="1">
            <a:spLocks noGrp="1"/>
          </p:cNvSpPr>
          <p:nvPr>
            <p:ph type="body" idx="36"/>
          </p:nvPr>
        </p:nvSpPr>
        <p:spPr>
          <a:xfrm>
            <a:off x="1941375" y="2534538"/>
            <a:ext cx="1771200" cy="321300"/>
          </a:xfrm>
          <a:prstGeom prst="rect">
            <a:avLst/>
          </a:prstGeom>
        </p:spPr>
        <p:txBody>
          <a:bodyPr spcFirstLastPara="1" wrap="square" lIns="180000" tIns="0" rIns="0" bIns="180000" anchor="t" anchorCtr="0">
            <a:noAutofit/>
          </a:bodyPr>
          <a:lstStyle/>
          <a:p>
            <a:pPr marL="0" lvl="0" indent="0" algn="l" rtl="0">
              <a:spcBef>
                <a:spcPts val="0"/>
              </a:spcBef>
              <a:spcAft>
                <a:spcPts val="0"/>
              </a:spcAft>
              <a:buNone/>
            </a:pPr>
            <a:r>
              <a:rPr lang="en" sz="1500"/>
              <a:t>91.6%</a:t>
            </a:r>
            <a:endParaRPr sz="1500"/>
          </a:p>
        </p:txBody>
      </p:sp>
      <p:cxnSp>
        <p:nvCxnSpPr>
          <p:cNvPr id="1196" name="Google Shape;1196;p106"/>
          <p:cNvCxnSpPr/>
          <p:nvPr/>
        </p:nvCxnSpPr>
        <p:spPr>
          <a:xfrm rot="10800000">
            <a:off x="7050" y="2855825"/>
            <a:ext cx="9129900" cy="0"/>
          </a:xfrm>
          <a:prstGeom prst="straightConnector1">
            <a:avLst/>
          </a:prstGeom>
          <a:noFill/>
          <a:ln w="9525" cap="flat" cmpd="sng">
            <a:solidFill>
              <a:schemeClr val="dk1"/>
            </a:solidFill>
            <a:prstDash val="solid"/>
            <a:round/>
            <a:headEnd type="none" w="sm" len="sm"/>
            <a:tailEnd type="none" w="sm" len="sm"/>
          </a:ln>
        </p:spPr>
      </p:cxnSp>
      <p:cxnSp>
        <p:nvCxnSpPr>
          <p:cNvPr id="1197" name="Google Shape;1197;p106"/>
          <p:cNvCxnSpPr/>
          <p:nvPr/>
        </p:nvCxnSpPr>
        <p:spPr>
          <a:xfrm rot="10800000">
            <a:off x="7050" y="3346200"/>
            <a:ext cx="9129900" cy="0"/>
          </a:xfrm>
          <a:prstGeom prst="straightConnector1">
            <a:avLst/>
          </a:prstGeom>
          <a:noFill/>
          <a:ln w="9525" cap="flat" cmpd="sng">
            <a:solidFill>
              <a:schemeClr val="dk1"/>
            </a:solidFill>
            <a:prstDash val="solid"/>
            <a:round/>
            <a:headEnd type="none" w="sm" len="sm"/>
            <a:tailEnd type="none" w="sm" len="sm"/>
          </a:ln>
        </p:spPr>
      </p:cxnSp>
      <p:sp>
        <p:nvSpPr>
          <p:cNvPr id="1198" name="Google Shape;1198;p106"/>
          <p:cNvSpPr/>
          <p:nvPr/>
        </p:nvSpPr>
        <p:spPr>
          <a:xfrm>
            <a:off x="2068050" y="1875475"/>
            <a:ext cx="5214900" cy="1905000"/>
          </a:xfrm>
          <a:prstGeom prst="flowChartAlternateProcess">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Hanken Grotesk"/>
              <a:ea typeface="Hanken Grotesk"/>
              <a:cs typeface="Hanken Grotesk"/>
              <a:sym typeface="Hanken Grotesk"/>
            </a:endParaRPr>
          </a:p>
        </p:txBody>
      </p:sp>
      <p:sp>
        <p:nvSpPr>
          <p:cNvPr id="1199" name="Google Shape;1199;p106"/>
          <p:cNvSpPr txBox="1"/>
          <p:nvPr/>
        </p:nvSpPr>
        <p:spPr>
          <a:xfrm>
            <a:off x="3681900" y="3347250"/>
            <a:ext cx="1987200" cy="3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FF0000"/>
                </a:solidFill>
                <a:latin typeface="Hanken Grotesk"/>
                <a:ea typeface="Hanken Grotesk"/>
                <a:cs typeface="Hanken Grotesk"/>
                <a:sym typeface="Hanken Grotesk"/>
              </a:rPr>
              <a:t>sklearn base models</a:t>
            </a:r>
            <a:endParaRPr sz="1500" b="1">
              <a:solidFill>
                <a:srgbClr val="FF0000"/>
              </a:solidFill>
              <a:latin typeface="Hanken Grotesk"/>
              <a:ea typeface="Hanken Grotesk"/>
              <a:cs typeface="Hanken Grotesk"/>
              <a:sym typeface="Hanken Grotesk"/>
            </a:endParaRPr>
          </a:p>
        </p:txBody>
      </p:sp>
    </p:spTree>
  </p:cSld>
  <p:clrMapOvr>
    <a:masterClrMapping/>
  </p:clrMapOvr>
  <mc:AlternateContent xmlns:mc="http://schemas.openxmlformats.org/markup-compatibility/2006" xmlns:p14="http://schemas.microsoft.com/office/powerpoint/2010/main">
    <mc:Choice Requires="p14">
      <p:transition p14:dur="1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03"/>
        <p:cNvGrpSpPr/>
        <p:nvPr/>
      </p:nvGrpSpPr>
      <p:grpSpPr>
        <a:xfrm>
          <a:off x="0" y="0"/>
          <a:ext cx="0" cy="0"/>
          <a:chOff x="0" y="0"/>
          <a:chExt cx="0" cy="0"/>
        </a:xfrm>
      </p:grpSpPr>
      <p:sp>
        <p:nvSpPr>
          <p:cNvPr id="1204" name="Google Shape;1204;p107"/>
          <p:cNvSpPr/>
          <p:nvPr/>
        </p:nvSpPr>
        <p:spPr>
          <a:xfrm>
            <a:off x="912237" y="131788"/>
            <a:ext cx="2245995" cy="360013"/>
          </a:xfrm>
          <a:custGeom>
            <a:avLst/>
            <a:gdLst/>
            <a:ahLst/>
            <a:cxnLst/>
            <a:rect l="l" t="t" r="r" b="b"/>
            <a:pathLst>
              <a:path w="285750" h="45745" extrusionOk="0">
                <a:moveTo>
                  <a:pt x="85067" y="0"/>
                </a:moveTo>
                <a:lnTo>
                  <a:pt x="82600" y="39"/>
                </a:lnTo>
                <a:lnTo>
                  <a:pt x="80250" y="196"/>
                </a:lnTo>
                <a:lnTo>
                  <a:pt x="78017" y="392"/>
                </a:lnTo>
                <a:lnTo>
                  <a:pt x="75824" y="666"/>
                </a:lnTo>
                <a:lnTo>
                  <a:pt x="73748" y="1057"/>
                </a:lnTo>
                <a:lnTo>
                  <a:pt x="71751" y="1449"/>
                </a:lnTo>
                <a:lnTo>
                  <a:pt x="69871" y="1958"/>
                </a:lnTo>
                <a:lnTo>
                  <a:pt x="68030" y="2467"/>
                </a:lnTo>
                <a:lnTo>
                  <a:pt x="66307" y="3055"/>
                </a:lnTo>
                <a:lnTo>
                  <a:pt x="64662" y="3682"/>
                </a:lnTo>
                <a:lnTo>
                  <a:pt x="63095" y="4347"/>
                </a:lnTo>
                <a:lnTo>
                  <a:pt x="61607" y="5013"/>
                </a:lnTo>
                <a:lnTo>
                  <a:pt x="60197" y="5757"/>
                </a:lnTo>
                <a:lnTo>
                  <a:pt x="58905" y="6462"/>
                </a:lnTo>
                <a:lnTo>
                  <a:pt x="57651" y="7206"/>
                </a:lnTo>
                <a:lnTo>
                  <a:pt x="56476" y="7951"/>
                </a:lnTo>
                <a:lnTo>
                  <a:pt x="55419" y="8695"/>
                </a:lnTo>
                <a:lnTo>
                  <a:pt x="54401" y="9439"/>
                </a:lnTo>
                <a:lnTo>
                  <a:pt x="53461" y="10144"/>
                </a:lnTo>
                <a:lnTo>
                  <a:pt x="52599" y="10888"/>
                </a:lnTo>
                <a:lnTo>
                  <a:pt x="51816" y="11554"/>
                </a:lnTo>
                <a:lnTo>
                  <a:pt x="51111" y="12220"/>
                </a:lnTo>
                <a:lnTo>
                  <a:pt x="49897" y="13434"/>
                </a:lnTo>
                <a:lnTo>
                  <a:pt x="48996" y="14452"/>
                </a:lnTo>
                <a:lnTo>
                  <a:pt x="48330" y="15235"/>
                </a:lnTo>
                <a:lnTo>
                  <a:pt x="47821" y="15901"/>
                </a:lnTo>
                <a:lnTo>
                  <a:pt x="33447" y="32390"/>
                </a:lnTo>
                <a:lnTo>
                  <a:pt x="32429" y="33369"/>
                </a:lnTo>
                <a:lnTo>
                  <a:pt x="31371" y="34348"/>
                </a:lnTo>
                <a:lnTo>
                  <a:pt x="30314" y="35249"/>
                </a:lnTo>
                <a:lnTo>
                  <a:pt x="29217" y="36110"/>
                </a:lnTo>
                <a:lnTo>
                  <a:pt x="28160" y="36933"/>
                </a:lnTo>
                <a:lnTo>
                  <a:pt x="27063" y="37677"/>
                </a:lnTo>
                <a:lnTo>
                  <a:pt x="25967" y="38421"/>
                </a:lnTo>
                <a:lnTo>
                  <a:pt x="24870" y="39087"/>
                </a:lnTo>
                <a:lnTo>
                  <a:pt x="23773" y="39753"/>
                </a:lnTo>
                <a:lnTo>
                  <a:pt x="22677" y="40340"/>
                </a:lnTo>
                <a:lnTo>
                  <a:pt x="21580" y="40889"/>
                </a:lnTo>
                <a:lnTo>
                  <a:pt x="20483" y="41437"/>
                </a:lnTo>
                <a:lnTo>
                  <a:pt x="19348" y="41907"/>
                </a:lnTo>
                <a:lnTo>
                  <a:pt x="18251" y="42377"/>
                </a:lnTo>
                <a:lnTo>
                  <a:pt x="17154" y="42768"/>
                </a:lnTo>
                <a:lnTo>
                  <a:pt x="16058" y="43160"/>
                </a:lnTo>
                <a:lnTo>
                  <a:pt x="14961" y="43513"/>
                </a:lnTo>
                <a:lnTo>
                  <a:pt x="13865" y="43826"/>
                </a:lnTo>
                <a:lnTo>
                  <a:pt x="12807" y="44139"/>
                </a:lnTo>
                <a:lnTo>
                  <a:pt x="11750" y="44374"/>
                </a:lnTo>
                <a:lnTo>
                  <a:pt x="10692" y="44609"/>
                </a:lnTo>
                <a:lnTo>
                  <a:pt x="9635" y="44844"/>
                </a:lnTo>
                <a:lnTo>
                  <a:pt x="7559" y="45197"/>
                </a:lnTo>
                <a:lnTo>
                  <a:pt x="5561" y="45432"/>
                </a:lnTo>
                <a:lnTo>
                  <a:pt x="3642" y="45588"/>
                </a:lnTo>
                <a:lnTo>
                  <a:pt x="1762" y="45706"/>
                </a:lnTo>
                <a:lnTo>
                  <a:pt x="0" y="45745"/>
                </a:lnTo>
                <a:lnTo>
                  <a:pt x="285750" y="45745"/>
                </a:lnTo>
                <a:lnTo>
                  <a:pt x="283988" y="45706"/>
                </a:lnTo>
                <a:lnTo>
                  <a:pt x="282108" y="45588"/>
                </a:lnTo>
                <a:lnTo>
                  <a:pt x="280189" y="45432"/>
                </a:lnTo>
                <a:lnTo>
                  <a:pt x="278191" y="45197"/>
                </a:lnTo>
                <a:lnTo>
                  <a:pt x="276115" y="44844"/>
                </a:lnTo>
                <a:lnTo>
                  <a:pt x="275097" y="44609"/>
                </a:lnTo>
                <a:lnTo>
                  <a:pt x="274000" y="44374"/>
                </a:lnTo>
                <a:lnTo>
                  <a:pt x="272943" y="44139"/>
                </a:lnTo>
                <a:lnTo>
                  <a:pt x="271886" y="43826"/>
                </a:lnTo>
                <a:lnTo>
                  <a:pt x="270789" y="43513"/>
                </a:lnTo>
                <a:lnTo>
                  <a:pt x="269692" y="43160"/>
                </a:lnTo>
                <a:lnTo>
                  <a:pt x="268596" y="42768"/>
                </a:lnTo>
                <a:lnTo>
                  <a:pt x="267499" y="42377"/>
                </a:lnTo>
                <a:lnTo>
                  <a:pt x="266402" y="41907"/>
                </a:lnTo>
                <a:lnTo>
                  <a:pt x="265306" y="41437"/>
                </a:lnTo>
                <a:lnTo>
                  <a:pt x="264170" y="40889"/>
                </a:lnTo>
                <a:lnTo>
                  <a:pt x="263073" y="40340"/>
                </a:lnTo>
                <a:lnTo>
                  <a:pt x="261977" y="39753"/>
                </a:lnTo>
                <a:lnTo>
                  <a:pt x="260880" y="39087"/>
                </a:lnTo>
                <a:lnTo>
                  <a:pt x="259783" y="38421"/>
                </a:lnTo>
                <a:lnTo>
                  <a:pt x="258687" y="37677"/>
                </a:lnTo>
                <a:lnTo>
                  <a:pt x="257590" y="36933"/>
                </a:lnTo>
                <a:lnTo>
                  <a:pt x="256533" y="36110"/>
                </a:lnTo>
                <a:lnTo>
                  <a:pt x="255436" y="35249"/>
                </a:lnTo>
                <a:lnTo>
                  <a:pt x="254379" y="34348"/>
                </a:lnTo>
                <a:lnTo>
                  <a:pt x="253321" y="33369"/>
                </a:lnTo>
                <a:lnTo>
                  <a:pt x="252303" y="32390"/>
                </a:lnTo>
                <a:lnTo>
                  <a:pt x="237929" y="15901"/>
                </a:lnTo>
                <a:lnTo>
                  <a:pt x="237420" y="15235"/>
                </a:lnTo>
                <a:lnTo>
                  <a:pt x="236754" y="14452"/>
                </a:lnTo>
                <a:lnTo>
                  <a:pt x="235853" y="13434"/>
                </a:lnTo>
                <a:lnTo>
                  <a:pt x="234639" y="12220"/>
                </a:lnTo>
                <a:lnTo>
                  <a:pt x="233934" y="11554"/>
                </a:lnTo>
                <a:lnTo>
                  <a:pt x="233151" y="10888"/>
                </a:lnTo>
                <a:lnTo>
                  <a:pt x="232289" y="10144"/>
                </a:lnTo>
                <a:lnTo>
                  <a:pt x="231349" y="9439"/>
                </a:lnTo>
                <a:lnTo>
                  <a:pt x="230370" y="8695"/>
                </a:lnTo>
                <a:lnTo>
                  <a:pt x="229274" y="7951"/>
                </a:lnTo>
                <a:lnTo>
                  <a:pt x="228099" y="7206"/>
                </a:lnTo>
                <a:lnTo>
                  <a:pt x="226885" y="6462"/>
                </a:lnTo>
                <a:lnTo>
                  <a:pt x="225553" y="5757"/>
                </a:lnTo>
                <a:lnTo>
                  <a:pt x="224143" y="5013"/>
                </a:lnTo>
                <a:lnTo>
                  <a:pt x="222655" y="4347"/>
                </a:lnTo>
                <a:lnTo>
                  <a:pt x="221088" y="3682"/>
                </a:lnTo>
                <a:lnTo>
                  <a:pt x="219443" y="3055"/>
                </a:lnTo>
                <a:lnTo>
                  <a:pt x="217720" y="2467"/>
                </a:lnTo>
                <a:lnTo>
                  <a:pt x="215879" y="1958"/>
                </a:lnTo>
                <a:lnTo>
                  <a:pt x="213999" y="1449"/>
                </a:lnTo>
                <a:lnTo>
                  <a:pt x="212002" y="1057"/>
                </a:lnTo>
                <a:lnTo>
                  <a:pt x="209926" y="666"/>
                </a:lnTo>
                <a:lnTo>
                  <a:pt x="207733" y="392"/>
                </a:lnTo>
                <a:lnTo>
                  <a:pt x="205500" y="196"/>
                </a:lnTo>
                <a:lnTo>
                  <a:pt x="203150" y="39"/>
                </a:lnTo>
                <a:lnTo>
                  <a:pt x="2006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1"/>
              </a:solidFill>
              <a:latin typeface="Hanken Grotesk"/>
              <a:ea typeface="Hanken Grotesk"/>
              <a:cs typeface="Hanken Grotesk"/>
              <a:sym typeface="Hanken Grotesk"/>
            </a:endParaRPr>
          </a:p>
        </p:txBody>
      </p:sp>
      <p:sp>
        <p:nvSpPr>
          <p:cNvPr id="1205" name="Google Shape;1205;p107"/>
          <p:cNvSpPr txBox="1">
            <a:spLocks noGrp="1"/>
          </p:cNvSpPr>
          <p:nvPr>
            <p:ph type="title"/>
          </p:nvPr>
        </p:nvSpPr>
        <p:spPr>
          <a:xfrm>
            <a:off x="593175" y="486000"/>
            <a:ext cx="7916400" cy="2743200"/>
          </a:xfrm>
          <a:prstGeom prst="rect">
            <a:avLst/>
          </a:prstGeom>
        </p:spPr>
        <p:txBody>
          <a:bodyPr spcFirstLastPara="1" wrap="square" lIns="0" tIns="0" rIns="0" bIns="0" anchor="b" anchorCtr="0">
            <a:noAutofit/>
          </a:bodyPr>
          <a:lstStyle/>
          <a:p>
            <a:pPr marL="0" lvl="0" indent="0" algn="l" rtl="0">
              <a:lnSpc>
                <a:spcPct val="80000"/>
              </a:lnSpc>
              <a:spcBef>
                <a:spcPts val="0"/>
              </a:spcBef>
              <a:spcAft>
                <a:spcPts val="0"/>
              </a:spcAft>
              <a:buSzPts val="8000"/>
              <a:buNone/>
            </a:pPr>
            <a:br>
              <a:rPr lang="en"/>
            </a:br>
            <a:r>
              <a:rPr lang="en"/>
              <a:t>Thank you!</a:t>
            </a:r>
            <a:endParaRPr/>
          </a:p>
        </p:txBody>
      </p:sp>
      <p:sp>
        <p:nvSpPr>
          <p:cNvPr id="1206" name="Google Shape;1206;p107"/>
          <p:cNvSpPr txBox="1">
            <a:spLocks noGrp="1"/>
          </p:cNvSpPr>
          <p:nvPr>
            <p:ph type="subTitle" idx="2"/>
          </p:nvPr>
        </p:nvSpPr>
        <p:spPr>
          <a:xfrm>
            <a:off x="5539500" y="4387200"/>
            <a:ext cx="3002400" cy="648000"/>
          </a:xfrm>
          <a:prstGeom prst="rect">
            <a:avLst/>
          </a:prstGeom>
        </p:spPr>
        <p:txBody>
          <a:bodyPr spcFirstLastPara="1" wrap="square" lIns="0" tIns="0" rIns="0" bIns="0" anchor="t" anchorCtr="0">
            <a:normAutofit/>
          </a:bodyPr>
          <a:lstStyle/>
          <a:p>
            <a:pPr marL="0" lvl="0" indent="0" algn="r" rtl="0">
              <a:lnSpc>
                <a:spcPct val="115000"/>
              </a:lnSpc>
              <a:spcBef>
                <a:spcPts val="0"/>
              </a:spcBef>
              <a:spcAft>
                <a:spcPts val="0"/>
              </a:spcAft>
              <a:buSzPts val="1200"/>
              <a:buNone/>
            </a:pPr>
            <a:r>
              <a:rPr lang="en"/>
              <a:t>Contact</a:t>
            </a:r>
            <a:br>
              <a:rPr lang="en"/>
            </a:br>
            <a:r>
              <a:rPr lang="en"/>
              <a:t>ss37550@uga.edu</a:t>
            </a:r>
            <a:endParaRPr/>
          </a:p>
        </p:txBody>
      </p:sp>
      <p:sp>
        <p:nvSpPr>
          <p:cNvPr id="1207" name="Google Shape;1207;p107"/>
          <p:cNvSpPr txBox="1">
            <a:spLocks noGrp="1"/>
          </p:cNvSpPr>
          <p:nvPr>
            <p:ph type="subTitle" idx="3"/>
          </p:nvPr>
        </p:nvSpPr>
        <p:spPr>
          <a:xfrm>
            <a:off x="1284638" y="214800"/>
            <a:ext cx="1501200" cy="183600"/>
          </a:xfrm>
          <a:prstGeom prst="rect">
            <a:avLst/>
          </a:prstGeom>
        </p:spPr>
        <p:txBody>
          <a:bodyPr spcFirstLastPara="1" wrap="square" lIns="0" tIns="0" rIns="0" bIns="0" anchor="ctr" anchorCtr="0">
            <a:normAutofit/>
          </a:bodyPr>
          <a:lstStyle/>
          <a:p>
            <a:pPr marL="0" lvl="0" indent="0" algn="ctr" rtl="0">
              <a:lnSpc>
                <a:spcPct val="115000"/>
              </a:lnSpc>
              <a:spcBef>
                <a:spcPts val="0"/>
              </a:spcBef>
              <a:spcAft>
                <a:spcPts val="0"/>
              </a:spcAft>
              <a:buClr>
                <a:schemeClr val="dk1"/>
              </a:buClr>
              <a:buSzPts val="1100"/>
              <a:buFont typeface="Arial"/>
              <a:buNone/>
            </a:pPr>
            <a:r>
              <a:rPr lang="en"/>
              <a:t>CSCI 3360</a:t>
            </a:r>
            <a:endParaRPr/>
          </a:p>
        </p:txBody>
      </p:sp>
      <p:cxnSp>
        <p:nvCxnSpPr>
          <p:cNvPr id="1208" name="Google Shape;1208;p107"/>
          <p:cNvCxnSpPr/>
          <p:nvPr/>
        </p:nvCxnSpPr>
        <p:spPr>
          <a:xfrm rot="10800000">
            <a:off x="593700" y="3671900"/>
            <a:ext cx="7948200" cy="0"/>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100">
        <p:push/>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theme/theme1.xml><?xml version="1.0" encoding="utf-8"?>
<a:theme xmlns:a="http://schemas.openxmlformats.org/drawingml/2006/main"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TRATEGIC PITCH PRESENTATION">
  <a:themeElements>
    <a:clrScheme name="Simple Light">
      <a:dk1>
        <a:srgbClr val="000000"/>
      </a:dk1>
      <a:lt1>
        <a:srgbClr val="FAFAFA"/>
      </a:lt1>
      <a:dk2>
        <a:srgbClr val="CCCCCC"/>
      </a:dk2>
      <a:lt2>
        <a:srgbClr val="F3F3F3"/>
      </a:lt2>
      <a:accent1>
        <a:srgbClr val="FBE2C4"/>
      </a:accent1>
      <a:accent2>
        <a:srgbClr val="FFCCE4"/>
      </a:accent2>
      <a:accent3>
        <a:srgbClr val="C0E9FF"/>
      </a:accent3>
      <a:accent4>
        <a:srgbClr val="D2FD78"/>
      </a:accent4>
      <a:accent5>
        <a:srgbClr val="FAEA32"/>
      </a:accent5>
      <a:accent6>
        <a:srgbClr val="CBB2FE"/>
      </a:accent6>
      <a:hlink>
        <a:srgbClr val="C0E9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1116</TotalTime>
  <Words>814</Words>
  <Application>Microsoft Office PowerPoint</Application>
  <PresentationFormat>On-screen Show (16:9)</PresentationFormat>
  <Paragraphs>127</Paragraphs>
  <Slides>15</Slides>
  <Notes>15</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15</vt:i4>
      </vt:variant>
    </vt:vector>
  </HeadingPairs>
  <TitlesOfParts>
    <vt:vector size="25" baseType="lpstr">
      <vt:lpstr>Hanken Grotesk Medium</vt:lpstr>
      <vt:lpstr>Hanken Grotesk</vt:lpstr>
      <vt:lpstr>Hanken Grotesk Light</vt:lpstr>
      <vt:lpstr>Arial</vt:lpstr>
      <vt:lpstr>Neuton</vt:lpstr>
      <vt:lpstr>Neuton Light</vt:lpstr>
      <vt:lpstr>Hanken Grotesk SemiBold</vt:lpstr>
      <vt:lpstr>Inter</vt:lpstr>
      <vt:lpstr>Project timeline/workflow presentation | Style 2 | Subway</vt:lpstr>
      <vt:lpstr>STRATEGIC PITCH PRESENTATION</vt:lpstr>
      <vt:lpstr>Final Project: Earthquake Alert Prediction Model</vt:lpstr>
      <vt:lpstr>AGENDA</vt:lpstr>
      <vt:lpstr>Earthquake Alert System</vt:lpstr>
      <vt:lpstr>PowerPoint Presentation</vt:lpstr>
      <vt:lpstr>PowerPoint Presentation</vt:lpstr>
      <vt:lpstr>2</vt:lpstr>
      <vt:lpstr>PowerPoint Presentation</vt:lpstr>
      <vt:lpstr>PowerPoint Presentation</vt:lpstr>
      <vt:lpstr>First Model: Decision Tree</vt:lpstr>
      <vt:lpstr>Decision Tree: Results + Improvement</vt:lpstr>
      <vt:lpstr>This is the most performance we can squeeze out this singular decision tree. We could also try different splitting criterion like Gini Impurity to see if it performs better. Instead, the method of improvement I chose to implement was…</vt:lpstr>
      <vt:lpstr>Second Model: Random Forest</vt:lpstr>
      <vt:lpstr>Random Forest: Results + Improvement</vt:lpstr>
      <vt:lpstr>In Comparison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sachhyam shrestha</cp:lastModifiedBy>
  <cp:revision>3</cp:revision>
  <dcterms:modified xsi:type="dcterms:W3CDTF">2026-06-02T16:56:14Z</dcterms:modified>
</cp:coreProperties>
</file>